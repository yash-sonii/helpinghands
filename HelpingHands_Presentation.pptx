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_rels/slide9.xml.rels" ContentType="application/vnd.openxmlformats-package.relationships+xml"/>
  <Override PartName="/ppt/slides/_rels/slide11.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_rels/presentation.xml.rels" ContentType="application/vnd.openxmlformats-package.relationships+xml"/>
  <Override PartName="/ppt/media/image1.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67440" y="331200"/>
            <a:ext cx="4587480" cy="114516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Calibri"/>
            </a:endParaRPr>
          </a:p>
        </p:txBody>
      </p:sp>
      <p:sp>
        <p:nvSpPr>
          <p:cNvPr id="6"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Calibri"/>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3"/>
          </p:nvPr>
        </p:nvSpPr>
        <p:spPr/>
        <p:txBody>
          <a:bodyPr/>
          <a:p>
            <a:fld id="{5192DA0E-7441-4E22-AA65-8F65B31AAE85}" type="slidenum">
              <a:t>&lt;#&gt;</a:t>
            </a:fld>
          </a:p>
        </p:txBody>
      </p:sp>
      <p:sp>
        <p:nvSpPr>
          <p:cNvPr id="6" name="PlaceHolder 5"/>
          <p:cNvSpPr>
            <a:spLocks noGrp="1"/>
          </p:cNvSpPr>
          <p:nvPr>
            <p:ph type="dt" idx="2"/>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667440" y="331200"/>
            <a:ext cx="4587480" cy="114516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Calibri"/>
            </a:endParaRPr>
          </a:p>
        </p:txBody>
      </p:sp>
      <p:sp>
        <p:nvSpPr>
          <p:cNvPr id="13"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Calibri"/>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6"/>
          </p:nvPr>
        </p:nvSpPr>
        <p:spPr/>
        <p:txBody>
          <a:bodyPr/>
          <a:p>
            <a:fld id="{3BAC25C4-A11C-49CF-A16F-0895A79516DF}" type="slidenum">
              <a:t>&lt;#&gt;</a:t>
            </a:fld>
          </a:p>
        </p:txBody>
      </p:sp>
      <p:sp>
        <p:nvSpPr>
          <p:cNvPr id="6" name="PlaceHolder 5"/>
          <p:cNvSpPr>
            <a:spLocks noGrp="1"/>
          </p:cNvSpPr>
          <p:nvPr>
            <p:ph type="dt" idx="5"/>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wo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667440" y="331200"/>
            <a:ext cx="4587480" cy="114516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Calibri"/>
            </a:endParaRPr>
          </a:p>
        </p:txBody>
      </p:sp>
      <p:sp>
        <p:nvSpPr>
          <p:cNvPr id="21"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Calibri"/>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9"/>
          </p:nvPr>
        </p:nvSpPr>
        <p:spPr/>
        <p:txBody>
          <a:bodyPr/>
          <a:p>
            <a:fld id="{5C308CA0-A598-41DD-9462-709B574FD960}" type="slidenum">
              <a:t>&lt;#&gt;</a:t>
            </a:fld>
          </a:p>
        </p:txBody>
      </p:sp>
      <p:sp>
        <p:nvSpPr>
          <p:cNvPr id="6" name="PlaceHolder 5"/>
          <p:cNvSpPr>
            <a:spLocks noGrp="1"/>
          </p:cNvSpPr>
          <p:nvPr>
            <p:ph type="dt" idx="8"/>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Only">
    <p:spTree>
      <p:nvGrpSpPr>
        <p:cNvPr id="1" name=""/>
        <p:cNvGrpSpPr/>
        <p:nvPr/>
      </p:nvGrpSpPr>
      <p:grpSpPr>
        <a:xfrm>
          <a:off x="0" y="0"/>
          <a:ext cx="0" cy="0"/>
          <a:chOff x="0" y="0"/>
          <a:chExt cx="0" cy="0"/>
        </a:xfrm>
      </p:grpSpPr>
      <p:sp>
        <p:nvSpPr>
          <p:cNvPr id="26" name="PlaceHolder 1"/>
          <p:cNvSpPr>
            <a:spLocks noGrp="1"/>
          </p:cNvSpPr>
          <p:nvPr>
            <p:ph type="title"/>
          </p:nvPr>
        </p:nvSpPr>
        <p:spPr>
          <a:xfrm>
            <a:off x="667440" y="331200"/>
            <a:ext cx="4587480" cy="114516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Calibri"/>
            </a:endParaRPr>
          </a:p>
        </p:txBody>
      </p:sp>
      <p:sp>
        <p:nvSpPr>
          <p:cNvPr id="27"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Calibri"/>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2"/>
          </p:nvPr>
        </p:nvSpPr>
        <p:spPr/>
        <p:txBody>
          <a:bodyPr/>
          <a:p>
            <a:fld id="{1335F920-B70F-4880-B46C-2484322BE0E1}" type="slidenum">
              <a:t>&lt;#&gt;</a:t>
            </a:fld>
          </a:p>
        </p:txBody>
      </p:sp>
      <p:sp>
        <p:nvSpPr>
          <p:cNvPr id="6" name="PlaceHolder 5"/>
          <p:cNvSpPr>
            <a:spLocks noGrp="1"/>
          </p:cNvSpPr>
          <p:nvPr>
            <p:ph type="dt" idx="1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Blank">
    <p:spTree>
      <p:nvGrpSpPr>
        <p:cNvPr id="1" name=""/>
        <p:cNvGrpSpPr/>
        <p:nvPr/>
      </p:nvGrpSpPr>
      <p:grpSpPr>
        <a:xfrm>
          <a:off x="0" y="0"/>
          <a:ext cx="0" cy="0"/>
          <a:chOff x="0" y="0"/>
          <a:chExt cx="0" cy="0"/>
        </a:xfrm>
      </p:grpSpPr>
      <p:sp>
        <p:nvSpPr>
          <p:cNvPr id="31" name="PlaceHolder 1"/>
          <p:cNvSpPr>
            <a:spLocks noGrp="1"/>
          </p:cNvSpPr>
          <p:nvPr>
            <p:ph type="title"/>
          </p:nvPr>
        </p:nvSpPr>
        <p:spPr>
          <a:xfrm>
            <a:off x="667440" y="331200"/>
            <a:ext cx="4587480" cy="114516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Calibri"/>
            </a:endParaRPr>
          </a:p>
        </p:txBody>
      </p:sp>
      <p:sp>
        <p:nvSpPr>
          <p:cNvPr id="32"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Calibri"/>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5"/>
          </p:nvPr>
        </p:nvSpPr>
        <p:spPr/>
        <p:txBody>
          <a:bodyPr/>
          <a:p>
            <a:fld id="{1EB28A6E-B7C4-41DF-93D3-49E11F2698B2}" type="slidenum">
              <a:t>&lt;#&gt;</a:t>
            </a:fld>
          </a:p>
        </p:txBody>
      </p:sp>
      <p:sp>
        <p:nvSpPr>
          <p:cNvPr id="6" name="PlaceHolder 5"/>
          <p:cNvSpPr>
            <a:spLocks noGrp="1"/>
          </p:cNvSpPr>
          <p:nvPr>
            <p:ph type="dt" idx="14"/>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67440" y="331200"/>
            <a:ext cx="4587480" cy="1145160"/>
          </a:xfrm>
          <a:prstGeom prst="rect">
            <a:avLst/>
          </a:prstGeom>
          <a:noFill/>
          <a:ln w="0">
            <a:noFill/>
          </a:ln>
        </p:spPr>
        <p:txBody>
          <a:bodyPr lIns="0" rIns="0" tIns="0" bIns="0" anchor="t">
            <a:noAutofit/>
          </a:bodyPr>
          <a:p>
            <a:pPr indent="0">
              <a:buNone/>
            </a:pPr>
            <a:r>
              <a:rPr b="0" lang="en-US" sz="2800" spc="-1" strike="noStrike">
                <a:solidFill>
                  <a:srgbClr val="000000"/>
                </a:solidFill>
                <a:latin typeface="Calibri"/>
              </a:rPr>
              <a:t>Click to edit the title text format</a:t>
            </a:r>
            <a:endParaRPr b="0" lang="en-US" sz="2800" spc="-1" strike="noStrike">
              <a:solidFill>
                <a:srgbClr val="000000"/>
              </a:solidFill>
              <a:latin typeface="Calibri"/>
            </a:endParaRPr>
          </a:p>
        </p:txBody>
      </p:sp>
      <p:sp>
        <p:nvSpPr>
          <p:cNvPr id="1" name="PlaceHolder 2"/>
          <p:cNvSpPr>
            <a:spLocks noGrp="1"/>
          </p:cNvSpPr>
          <p:nvPr>
            <p:ph type="ftr" idx="1"/>
          </p:nvPr>
        </p:nvSpPr>
        <p:spPr>
          <a:xfrm>
            <a:off x="4145400" y="6378120"/>
            <a:ext cx="3900960" cy="342720"/>
          </a:xfrm>
          <a:prstGeom prst="rect">
            <a:avLst/>
          </a:prstGeom>
          <a:noFill/>
          <a:ln w="0">
            <a:noFill/>
          </a:ln>
        </p:spPr>
        <p:txBody>
          <a:bodyPr lIns="0" rIns="0" tIns="0" bIns="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 name="PlaceHolder 3"/>
          <p:cNvSpPr>
            <a:spLocks noGrp="1"/>
          </p:cNvSpPr>
          <p:nvPr>
            <p:ph type="dt" idx="2"/>
          </p:nvPr>
        </p:nvSpPr>
        <p:spPr>
          <a:xfrm>
            <a:off x="609480" y="6378120"/>
            <a:ext cx="2803680" cy="3427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11361960" y="6542280"/>
            <a:ext cx="216360" cy="153360"/>
          </a:xfrm>
          <a:prstGeom prst="rect">
            <a:avLst/>
          </a:prstGeom>
          <a:noFill/>
          <a:ln w="0">
            <a:noFill/>
          </a:ln>
        </p:spPr>
        <p:txBody>
          <a:bodyPr lIns="0" rIns="0" tIns="0" bIns="0" anchor="t">
            <a:noAutofit/>
          </a:bodyPr>
          <a:lstStyle>
            <a:lvl1pPr marL="101520" indent="0">
              <a:lnSpc>
                <a:spcPct val="100000"/>
              </a:lnSpc>
              <a:spcBef>
                <a:spcPts val="14"/>
              </a:spcBef>
              <a:buNone/>
              <a:defRPr b="0" lang="en-US" sz="900" spc="-52" strike="noStrike">
                <a:solidFill>
                  <a:srgbClr val="667085"/>
                </a:solidFill>
                <a:latin typeface="Arial MT"/>
              </a:defRPr>
            </a:lvl1pPr>
          </a:lstStyle>
          <a:p>
            <a:pPr marL="101520" indent="0">
              <a:lnSpc>
                <a:spcPct val="100000"/>
              </a:lnSpc>
              <a:spcBef>
                <a:spcPts val="14"/>
              </a:spcBef>
              <a:buNone/>
            </a:pPr>
            <a:fld id="{B22D8DE5-35EC-4AA3-8AEC-BE1A318C5912}" type="slidenum">
              <a:rPr b="0" lang="en-US" sz="900" spc="-52" strike="noStrike">
                <a:solidFill>
                  <a:srgbClr val="667085"/>
                </a:solidFill>
                <a:latin typeface="Arial MT"/>
              </a:rPr>
              <a:t>&lt;number&gt;</a:t>
            </a:fld>
            <a:endParaRPr b="0" lang="en-US" sz="900" spc="-1" strike="noStrike">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Calibri"/>
              </a:rPr>
              <a:t>Click to edit the outline text format</a:t>
            </a:r>
            <a:endParaRPr b="0" lang="en-US" sz="18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Calibri"/>
              </a:rPr>
              <a:t>Second Outline Level</a:t>
            </a:r>
            <a:endParaRPr b="0" lang="en-US" sz="18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Calibri"/>
              </a:rPr>
              <a:t>Third Outline Level</a:t>
            </a:r>
            <a:endParaRPr b="0" lang="en-US" sz="18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Calibri"/>
              </a:rPr>
              <a:t>Fourth Outline Level</a:t>
            </a:r>
            <a:endParaRPr b="0" lang="en-US" sz="18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667440" y="331200"/>
            <a:ext cx="10856880" cy="878400"/>
          </a:xfrm>
          <a:prstGeom prst="rect">
            <a:avLst/>
          </a:prstGeom>
          <a:noFill/>
          <a:ln w="0">
            <a:noFill/>
          </a:ln>
        </p:spPr>
        <p:txBody>
          <a:bodyPr lIns="0" rIns="0" tIns="0" bIns="0" anchor="t">
            <a:noAutofit/>
          </a:bodyPr>
          <a:p>
            <a:pPr indent="0">
              <a:buNone/>
            </a:pPr>
            <a:r>
              <a:rPr b="0" lang="en-US" sz="2800" spc="-1" strike="noStrike">
                <a:solidFill>
                  <a:srgbClr val="000000"/>
                </a:solidFill>
                <a:latin typeface="Calibri"/>
              </a:rPr>
              <a:t>Click to edit the title text format</a:t>
            </a:r>
            <a:endParaRPr b="0" lang="en-US" sz="2800" spc="-1" strike="noStrike">
              <a:solidFill>
                <a:srgbClr val="000000"/>
              </a:solidFill>
              <a:latin typeface="Calibri"/>
            </a:endParaRPr>
          </a:p>
        </p:txBody>
      </p:sp>
      <p:sp>
        <p:nvSpPr>
          <p:cNvPr id="8" name="PlaceHolder 2"/>
          <p:cNvSpPr>
            <a:spLocks noGrp="1"/>
          </p:cNvSpPr>
          <p:nvPr>
            <p:ph type="body"/>
          </p:nvPr>
        </p:nvSpPr>
        <p:spPr>
          <a:xfrm>
            <a:off x="1072440" y="2960280"/>
            <a:ext cx="9670680" cy="313920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Calibri"/>
              </a:rPr>
              <a:t>Click to edit the outline text format</a:t>
            </a:r>
            <a:endParaRPr b="0" lang="en-US" sz="18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Calibri"/>
              </a:rPr>
              <a:t>Second Outline Level</a:t>
            </a:r>
            <a:endParaRPr b="0" lang="en-US" sz="18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Calibri"/>
              </a:rPr>
              <a:t>Third Outline Level</a:t>
            </a:r>
            <a:endParaRPr b="0" lang="en-US" sz="18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Calibri"/>
              </a:rPr>
              <a:t>Fourth Outline Level</a:t>
            </a:r>
            <a:endParaRPr b="0" lang="en-US" sz="18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Calibri"/>
              </a:rPr>
              <a:t>Fifth Outline Level</a:t>
            </a:r>
            <a:endParaRPr b="0" lang="en-US" sz="18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Calibri"/>
              </a:rPr>
              <a:t>Sixth Outline Level</a:t>
            </a:r>
            <a:endParaRPr b="0" lang="en-US" sz="18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Calibri"/>
              </a:rPr>
              <a:t>Seventh Outline Level</a:t>
            </a:r>
            <a:endParaRPr b="0" lang="en-US" sz="1800" spc="-1" strike="noStrike">
              <a:solidFill>
                <a:srgbClr val="000000"/>
              </a:solidFill>
              <a:latin typeface="Calibri"/>
            </a:endParaRPr>
          </a:p>
        </p:txBody>
      </p:sp>
      <p:sp>
        <p:nvSpPr>
          <p:cNvPr id="9" name="PlaceHolder 3"/>
          <p:cNvSpPr>
            <a:spLocks noGrp="1"/>
          </p:cNvSpPr>
          <p:nvPr>
            <p:ph type="ftr" idx="4"/>
          </p:nvPr>
        </p:nvSpPr>
        <p:spPr>
          <a:xfrm>
            <a:off x="4145400" y="6378120"/>
            <a:ext cx="3900960" cy="342720"/>
          </a:xfrm>
          <a:prstGeom prst="rect">
            <a:avLst/>
          </a:prstGeom>
          <a:noFill/>
          <a:ln w="0">
            <a:noFill/>
          </a:ln>
        </p:spPr>
        <p:txBody>
          <a:bodyPr lIns="0" rIns="0" tIns="0" bIns="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4"/>
          <p:cNvSpPr>
            <a:spLocks noGrp="1"/>
          </p:cNvSpPr>
          <p:nvPr>
            <p:ph type="dt" idx="5"/>
          </p:nvPr>
        </p:nvSpPr>
        <p:spPr>
          <a:xfrm>
            <a:off x="609480" y="6378120"/>
            <a:ext cx="2803680" cy="3427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1" name="PlaceHolder 5"/>
          <p:cNvSpPr>
            <a:spLocks noGrp="1"/>
          </p:cNvSpPr>
          <p:nvPr>
            <p:ph type="sldNum" idx="6"/>
          </p:nvPr>
        </p:nvSpPr>
        <p:spPr>
          <a:xfrm>
            <a:off x="11361960" y="6542280"/>
            <a:ext cx="216360" cy="153360"/>
          </a:xfrm>
          <a:prstGeom prst="rect">
            <a:avLst/>
          </a:prstGeom>
          <a:noFill/>
          <a:ln w="0">
            <a:noFill/>
          </a:ln>
        </p:spPr>
        <p:txBody>
          <a:bodyPr lIns="0" rIns="0" tIns="0" bIns="0" anchor="t">
            <a:noAutofit/>
          </a:bodyPr>
          <a:lstStyle>
            <a:lvl1pPr marL="101520" indent="0">
              <a:lnSpc>
                <a:spcPct val="100000"/>
              </a:lnSpc>
              <a:spcBef>
                <a:spcPts val="14"/>
              </a:spcBef>
              <a:buNone/>
              <a:defRPr b="0" lang="en-US" sz="900" spc="-52" strike="noStrike">
                <a:solidFill>
                  <a:srgbClr val="667085"/>
                </a:solidFill>
                <a:latin typeface="Arial MT"/>
              </a:defRPr>
            </a:lvl1pPr>
          </a:lstStyle>
          <a:p>
            <a:pPr marL="101520" indent="0">
              <a:lnSpc>
                <a:spcPct val="100000"/>
              </a:lnSpc>
              <a:spcBef>
                <a:spcPts val="14"/>
              </a:spcBef>
              <a:buNone/>
            </a:pPr>
            <a:fld id="{C0B6C22B-65B8-44F4-885C-0D67624FD475}" type="slidenum">
              <a:rPr b="0" lang="en-US" sz="900" spc="-52" strike="noStrike">
                <a:solidFill>
                  <a:srgbClr val="667085"/>
                </a:solidFill>
                <a:latin typeface="Arial MT"/>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667440" y="331200"/>
            <a:ext cx="10856880" cy="878400"/>
          </a:xfrm>
          <a:prstGeom prst="rect">
            <a:avLst/>
          </a:prstGeom>
          <a:noFill/>
          <a:ln w="0">
            <a:noFill/>
          </a:ln>
        </p:spPr>
        <p:txBody>
          <a:bodyPr lIns="0" rIns="0" tIns="0" bIns="0" anchor="t">
            <a:noAutofit/>
          </a:bodyPr>
          <a:p>
            <a:pPr indent="0">
              <a:buNone/>
            </a:pPr>
            <a:r>
              <a:rPr b="0" lang="en-US" sz="2800" spc="-1" strike="noStrike">
                <a:solidFill>
                  <a:srgbClr val="000000"/>
                </a:solidFill>
                <a:latin typeface="Calibri"/>
              </a:rPr>
              <a:t>Click to edit the title text format</a:t>
            </a:r>
            <a:endParaRPr b="0" lang="en-US" sz="2800" spc="-1" strike="noStrike">
              <a:solidFill>
                <a:srgbClr val="000000"/>
              </a:solidFill>
              <a:latin typeface="Calibri"/>
            </a:endParaRPr>
          </a:p>
        </p:txBody>
      </p:sp>
      <p:sp>
        <p:nvSpPr>
          <p:cNvPr id="15" name="PlaceHolder 2"/>
          <p:cNvSpPr>
            <a:spLocks noGrp="1"/>
          </p:cNvSpPr>
          <p:nvPr>
            <p:ph type="body"/>
          </p:nvPr>
        </p:nvSpPr>
        <p:spPr>
          <a:xfrm>
            <a:off x="609480" y="1577520"/>
            <a:ext cx="5303160" cy="397764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Calibri"/>
              </a:rPr>
              <a:t>Click to edit the outline text format</a:t>
            </a:r>
            <a:endParaRPr b="0" lang="en-US" sz="18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Calibri"/>
              </a:rPr>
              <a:t>Second Outline Level</a:t>
            </a:r>
            <a:endParaRPr b="0" lang="en-US" sz="18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Calibri"/>
              </a:rPr>
              <a:t>Third Outline Level</a:t>
            </a:r>
            <a:endParaRPr b="0" lang="en-US" sz="18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Calibri"/>
              </a:rPr>
              <a:t>Fourth Outline Level</a:t>
            </a:r>
            <a:endParaRPr b="0" lang="en-US" sz="18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Calibri"/>
              </a:rPr>
              <a:t>Fifth Outline Level</a:t>
            </a:r>
            <a:endParaRPr b="0" lang="en-US" sz="18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Calibri"/>
              </a:rPr>
              <a:t>Sixth Outline Level</a:t>
            </a:r>
            <a:endParaRPr b="0" lang="en-US" sz="18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Calibri"/>
              </a:rPr>
              <a:t>Seventh Outline Level</a:t>
            </a:r>
            <a:endParaRPr b="0" lang="en-US" sz="1800" spc="-1" strike="noStrike">
              <a:solidFill>
                <a:srgbClr val="000000"/>
              </a:solidFill>
              <a:latin typeface="Calibri"/>
            </a:endParaRPr>
          </a:p>
        </p:txBody>
      </p:sp>
      <p:sp>
        <p:nvSpPr>
          <p:cNvPr id="16" name="PlaceHolder 3"/>
          <p:cNvSpPr>
            <a:spLocks noGrp="1"/>
          </p:cNvSpPr>
          <p:nvPr>
            <p:ph type="body"/>
          </p:nvPr>
        </p:nvSpPr>
        <p:spPr>
          <a:xfrm>
            <a:off x="6278760" y="1577520"/>
            <a:ext cx="5303160" cy="397764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Calibri"/>
              </a:rPr>
              <a:t>Click to edit the outline text format</a:t>
            </a:r>
            <a:endParaRPr b="0" lang="en-US" sz="18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Calibri"/>
              </a:rPr>
              <a:t>Second Outline Level</a:t>
            </a:r>
            <a:endParaRPr b="0" lang="en-US" sz="18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Calibri"/>
              </a:rPr>
              <a:t>Third Outline Level</a:t>
            </a:r>
            <a:endParaRPr b="0" lang="en-US" sz="18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Calibri"/>
              </a:rPr>
              <a:t>Fourth Outline Level</a:t>
            </a:r>
            <a:endParaRPr b="0" lang="en-US" sz="18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Calibri"/>
              </a:rPr>
              <a:t>Fifth Outline Level</a:t>
            </a:r>
            <a:endParaRPr b="0" lang="en-US" sz="18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Calibri"/>
              </a:rPr>
              <a:t>Sixth Outline Level</a:t>
            </a:r>
            <a:endParaRPr b="0" lang="en-US" sz="18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Calibri"/>
              </a:rPr>
              <a:t>Seventh Outline Level</a:t>
            </a:r>
            <a:endParaRPr b="0" lang="en-US" sz="1800" spc="-1" strike="noStrike">
              <a:solidFill>
                <a:srgbClr val="000000"/>
              </a:solidFill>
              <a:latin typeface="Calibri"/>
            </a:endParaRPr>
          </a:p>
        </p:txBody>
      </p:sp>
      <p:sp>
        <p:nvSpPr>
          <p:cNvPr id="17" name="PlaceHolder 4"/>
          <p:cNvSpPr>
            <a:spLocks noGrp="1"/>
          </p:cNvSpPr>
          <p:nvPr>
            <p:ph type="ftr" idx="7"/>
          </p:nvPr>
        </p:nvSpPr>
        <p:spPr>
          <a:xfrm>
            <a:off x="4145400" y="6378120"/>
            <a:ext cx="3900960" cy="342720"/>
          </a:xfrm>
          <a:prstGeom prst="rect">
            <a:avLst/>
          </a:prstGeom>
          <a:noFill/>
          <a:ln w="0">
            <a:noFill/>
          </a:ln>
        </p:spPr>
        <p:txBody>
          <a:bodyPr lIns="0" rIns="0" tIns="0" bIns="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8" name="PlaceHolder 5"/>
          <p:cNvSpPr>
            <a:spLocks noGrp="1"/>
          </p:cNvSpPr>
          <p:nvPr>
            <p:ph type="dt" idx="8"/>
          </p:nvPr>
        </p:nvSpPr>
        <p:spPr>
          <a:xfrm>
            <a:off x="609480" y="6378120"/>
            <a:ext cx="2803680" cy="3427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9" name="PlaceHolder 6"/>
          <p:cNvSpPr>
            <a:spLocks noGrp="1"/>
          </p:cNvSpPr>
          <p:nvPr>
            <p:ph type="sldNum" idx="9"/>
          </p:nvPr>
        </p:nvSpPr>
        <p:spPr>
          <a:xfrm>
            <a:off x="11361960" y="6542280"/>
            <a:ext cx="216360" cy="153360"/>
          </a:xfrm>
          <a:prstGeom prst="rect">
            <a:avLst/>
          </a:prstGeom>
          <a:noFill/>
          <a:ln w="0">
            <a:noFill/>
          </a:ln>
        </p:spPr>
        <p:txBody>
          <a:bodyPr lIns="0" rIns="0" tIns="0" bIns="0" anchor="t">
            <a:noAutofit/>
          </a:bodyPr>
          <a:lstStyle>
            <a:lvl1pPr marL="101520" indent="0">
              <a:lnSpc>
                <a:spcPct val="100000"/>
              </a:lnSpc>
              <a:spcBef>
                <a:spcPts val="14"/>
              </a:spcBef>
              <a:buNone/>
              <a:defRPr b="0" lang="en-US" sz="900" spc="-52" strike="noStrike">
                <a:solidFill>
                  <a:srgbClr val="667085"/>
                </a:solidFill>
                <a:latin typeface="Arial MT"/>
              </a:defRPr>
            </a:lvl1pPr>
          </a:lstStyle>
          <a:p>
            <a:pPr marL="101520" indent="0">
              <a:lnSpc>
                <a:spcPct val="100000"/>
              </a:lnSpc>
              <a:spcBef>
                <a:spcPts val="14"/>
              </a:spcBef>
              <a:buNone/>
            </a:pPr>
            <a:fld id="{C98123A5-1807-4580-9DA4-63FB1BE3CC6F}" type="slidenum">
              <a:rPr b="0" lang="en-US" sz="900" spc="-52" strike="noStrike">
                <a:solidFill>
                  <a:srgbClr val="667085"/>
                </a:solidFill>
                <a:latin typeface="Arial MT"/>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667440" y="331200"/>
            <a:ext cx="10856880" cy="878400"/>
          </a:xfrm>
          <a:prstGeom prst="rect">
            <a:avLst/>
          </a:prstGeom>
          <a:noFill/>
          <a:ln w="0">
            <a:noFill/>
          </a:ln>
        </p:spPr>
        <p:txBody>
          <a:bodyPr lIns="0" rIns="0" tIns="0" bIns="0" anchor="t">
            <a:noAutofit/>
          </a:bodyPr>
          <a:p>
            <a:pPr indent="0">
              <a:buNone/>
            </a:pPr>
            <a:r>
              <a:rPr b="0" lang="en-US" sz="2800" spc="-1" strike="noStrike">
                <a:solidFill>
                  <a:srgbClr val="000000"/>
                </a:solidFill>
                <a:latin typeface="Calibri"/>
              </a:rPr>
              <a:t>Click to edit the title text format</a:t>
            </a:r>
            <a:endParaRPr b="0" lang="en-US" sz="2800" spc="-1" strike="noStrike">
              <a:solidFill>
                <a:srgbClr val="000000"/>
              </a:solidFill>
              <a:latin typeface="Calibri"/>
            </a:endParaRPr>
          </a:p>
        </p:txBody>
      </p:sp>
      <p:sp>
        <p:nvSpPr>
          <p:cNvPr id="23" name="PlaceHolder 2"/>
          <p:cNvSpPr>
            <a:spLocks noGrp="1"/>
          </p:cNvSpPr>
          <p:nvPr>
            <p:ph type="ftr" idx="10"/>
          </p:nvPr>
        </p:nvSpPr>
        <p:spPr>
          <a:xfrm>
            <a:off x="4145400" y="6378120"/>
            <a:ext cx="3900960" cy="342720"/>
          </a:xfrm>
          <a:prstGeom prst="rect">
            <a:avLst/>
          </a:prstGeom>
          <a:noFill/>
          <a:ln w="0">
            <a:noFill/>
          </a:ln>
        </p:spPr>
        <p:txBody>
          <a:bodyPr lIns="0" rIns="0" tIns="0" bIns="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4" name="PlaceHolder 3"/>
          <p:cNvSpPr>
            <a:spLocks noGrp="1"/>
          </p:cNvSpPr>
          <p:nvPr>
            <p:ph type="dt" idx="11"/>
          </p:nvPr>
        </p:nvSpPr>
        <p:spPr>
          <a:xfrm>
            <a:off x="609480" y="6378120"/>
            <a:ext cx="2803680" cy="3427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5" name="PlaceHolder 4"/>
          <p:cNvSpPr>
            <a:spLocks noGrp="1"/>
          </p:cNvSpPr>
          <p:nvPr>
            <p:ph type="sldNum" idx="12"/>
          </p:nvPr>
        </p:nvSpPr>
        <p:spPr>
          <a:xfrm>
            <a:off x="11361960" y="6542280"/>
            <a:ext cx="216360" cy="153360"/>
          </a:xfrm>
          <a:prstGeom prst="rect">
            <a:avLst/>
          </a:prstGeom>
          <a:noFill/>
          <a:ln w="0">
            <a:noFill/>
          </a:ln>
        </p:spPr>
        <p:txBody>
          <a:bodyPr lIns="0" rIns="0" tIns="0" bIns="0" anchor="t">
            <a:noAutofit/>
          </a:bodyPr>
          <a:lstStyle>
            <a:lvl1pPr marL="101520" indent="0">
              <a:lnSpc>
                <a:spcPct val="100000"/>
              </a:lnSpc>
              <a:spcBef>
                <a:spcPts val="14"/>
              </a:spcBef>
              <a:buNone/>
              <a:defRPr b="0" lang="en-US" sz="900" spc="-52" strike="noStrike">
                <a:solidFill>
                  <a:srgbClr val="667085"/>
                </a:solidFill>
                <a:latin typeface="Arial MT"/>
              </a:defRPr>
            </a:lvl1pPr>
          </a:lstStyle>
          <a:p>
            <a:pPr marL="101520" indent="0">
              <a:lnSpc>
                <a:spcPct val="100000"/>
              </a:lnSpc>
              <a:spcBef>
                <a:spcPts val="14"/>
              </a:spcBef>
              <a:buNone/>
            </a:pPr>
            <a:fld id="{F501FD79-3DC7-4232-82A3-33910B0503D5}" type="slidenum">
              <a:rPr b="0" lang="en-US" sz="900" spc="-52" strike="noStrike">
                <a:solidFill>
                  <a:srgbClr val="667085"/>
                </a:solidFill>
                <a:latin typeface="Arial MT"/>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8" name="PlaceHolder 1"/>
          <p:cNvSpPr>
            <a:spLocks noGrp="1"/>
          </p:cNvSpPr>
          <p:nvPr>
            <p:ph type="ftr" idx="13"/>
          </p:nvPr>
        </p:nvSpPr>
        <p:spPr>
          <a:xfrm>
            <a:off x="4145400" y="6378120"/>
            <a:ext cx="3900960" cy="342720"/>
          </a:xfrm>
          <a:prstGeom prst="rect">
            <a:avLst/>
          </a:prstGeom>
          <a:noFill/>
          <a:ln w="0">
            <a:noFill/>
          </a:ln>
        </p:spPr>
        <p:txBody>
          <a:bodyPr lIns="0" rIns="0" tIns="0" bIns="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9" name="PlaceHolder 2"/>
          <p:cNvSpPr>
            <a:spLocks noGrp="1"/>
          </p:cNvSpPr>
          <p:nvPr>
            <p:ph type="dt" idx="14"/>
          </p:nvPr>
        </p:nvSpPr>
        <p:spPr>
          <a:xfrm>
            <a:off x="609480" y="6378120"/>
            <a:ext cx="2803680" cy="3427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0" name="PlaceHolder 3"/>
          <p:cNvSpPr>
            <a:spLocks noGrp="1"/>
          </p:cNvSpPr>
          <p:nvPr>
            <p:ph type="sldNum" idx="15"/>
          </p:nvPr>
        </p:nvSpPr>
        <p:spPr>
          <a:xfrm>
            <a:off x="11361960" y="6542280"/>
            <a:ext cx="216360" cy="153360"/>
          </a:xfrm>
          <a:prstGeom prst="rect">
            <a:avLst/>
          </a:prstGeom>
          <a:noFill/>
          <a:ln w="0">
            <a:noFill/>
          </a:ln>
        </p:spPr>
        <p:txBody>
          <a:bodyPr lIns="0" rIns="0" tIns="0" bIns="0" anchor="t">
            <a:noAutofit/>
          </a:bodyPr>
          <a:lstStyle>
            <a:lvl1pPr marL="101520" indent="0">
              <a:lnSpc>
                <a:spcPct val="100000"/>
              </a:lnSpc>
              <a:spcBef>
                <a:spcPts val="14"/>
              </a:spcBef>
              <a:buNone/>
              <a:defRPr b="0" lang="en-US" sz="900" spc="-52" strike="noStrike">
                <a:solidFill>
                  <a:srgbClr val="667085"/>
                </a:solidFill>
                <a:latin typeface="Arial MT"/>
              </a:defRPr>
            </a:lvl1pPr>
          </a:lstStyle>
          <a:p>
            <a:pPr marL="101520" indent="0">
              <a:lnSpc>
                <a:spcPct val="100000"/>
              </a:lnSpc>
              <a:spcBef>
                <a:spcPts val="14"/>
              </a:spcBef>
              <a:buNone/>
            </a:pPr>
            <a:fld id="{C9CA1450-AC76-453D-B23F-5F13E45DFFB1}" type="slidenum">
              <a:rPr b="0" lang="en-US" sz="900" spc="-52" strike="noStrike">
                <a:solidFill>
                  <a:srgbClr val="667085"/>
                </a:solidFill>
                <a:latin typeface="Arial MT"/>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hyperlink" Target="https://drive.google.com/file/d/1rQn2_sPJxJJZU5iSfHLbjTBFN4dF1Ie9/view?usp=sharing" TargetMode="External"/><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hyperlink" Target="https://drive.google.com/file/d/1q_5iNdRIbu-k21mjsQKSWwZary8sCsXM/view?usp=sharing" TargetMode="External"/><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hyperlink" Target="https://drive.google.com/file/d/1ElH9F8i-hpev152cJ8dixxOZTOmPo-g4/view?usp=sharing" TargetMode="External"/><Relationship Id="rId2" Type="http://schemas.openxmlformats.org/officeDocument/2006/relationships/hyperlink" Target="https://drive.google.com/file/d/1PNKT3N7sfsIWm2D502OYOrWc512nG6hM/view?usp=sharing" TargetMode="External"/><Relationship Id="rId3" Type="http://schemas.openxmlformats.org/officeDocument/2006/relationships/hyperlink" Target="https://drive.google.com/file/d/1YIoSttvlxBVyGkJZ43IU7je_AHdpsWqJ/view?usp=sharing" TargetMode="External"/><Relationship Id="rId4" Type="http://schemas.openxmlformats.org/officeDocument/2006/relationships/hyperlink" Target="https://drive.google.com/file/d/19ZZEWAa5J3CVjTLJA446dHaouTaU4lcD/view?usp=sharing" TargetMode="External"/><Relationship Id="rId5" Type="http://schemas.openxmlformats.org/officeDocument/2006/relationships/hyperlink" Target="https://drive.google.com/file/d/1W3orVTCYeRtVmUt6zqh-qoGHKQJAI1aG/view?usp=sharing" TargetMode="External"/><Relationship Id="rId6" Type="http://schemas.openxmlformats.org/officeDocument/2006/relationships/hyperlink" Target="https://drive.google.com/file/d/1H9VEv5AxA_Iq0TGFOq5Q9D2H6yHxs2-F/view?usp=sharing" TargetMode="External"/><Relationship Id="rId7" Type="http://schemas.openxmlformats.org/officeDocument/2006/relationships/hyperlink" Target="https://drive.google.com/file/d/1Wiu8QdgxOG-YEHf1spgiLeiLIqO7yWQW/view?usp=sharing" TargetMode="External"/><Relationship Id="rId8"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hyperlink" Target="https://drive.google.com/file/d/1T3LLP3G-CXizTPHF1th58YXZUEPMm1XB/view?usp=sharing" TargetMode="External"/><Relationship Id="rId2" Type="http://schemas.openxmlformats.org/officeDocument/2006/relationships/hyperlink" Target="https://drive.google.com/file/d/157KIzmIcecIUeyY-IpR0i06mO6qScgOJ/view?usp=sharing" TargetMode="External"/><Relationship Id="rId3" Type="http://schemas.openxmlformats.org/officeDocument/2006/relationships/hyperlink" Target="https://drive.google.com/file/d/17qSJOvG5Zh2kVqczhrmxUrGjjMQKqgdz/view?usp=sharing" TargetMode="External"/><Relationship Id="rId4" Type="http://schemas.openxmlformats.org/officeDocument/2006/relationships/hyperlink" Target="https://drive.google.com/file/d/1UGZl7JFb1fwkestMWPNDX-Yg8vtDD-lO/view?usp=sharing" TargetMode="External"/><Relationship Id="rId5" Type="http://schemas.openxmlformats.org/officeDocument/2006/relationships/hyperlink" Target="https://drive.google.com/file/d/15oLscXjqyHnNa-etYakfqnY2oz0U4-4G/view?usp=sharing" TargetMode="External"/><Relationship Id="rId6"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33" name="object 2"/>
          <p:cNvSpPr/>
          <p:nvPr/>
        </p:nvSpPr>
        <p:spPr>
          <a:xfrm>
            <a:off x="0" y="0"/>
            <a:ext cx="12191760" cy="164880"/>
          </a:xfrm>
          <a:custGeom>
            <a:avLst/>
            <a:gdLst>
              <a:gd name="textAreaLeft" fmla="*/ 0 w 12191760"/>
              <a:gd name="textAreaRight" fmla="*/ 12192120 w 12191760"/>
              <a:gd name="textAreaTop" fmla="*/ 0 h 164880"/>
              <a:gd name="textAreaBottom" fmla="*/ 165240 h 164880"/>
            </a:gdLst>
            <a:ahLst/>
            <a:rect l="textAreaLeft" t="textAreaTop" r="textAreaRight" b="textAreaBottom"/>
            <a:pathLst>
              <a:path w="12192000" h="165100">
                <a:moveTo>
                  <a:pt x="12191694" y="164591"/>
                </a:moveTo>
                <a:lnTo>
                  <a:pt x="0" y="164591"/>
                </a:lnTo>
                <a:lnTo>
                  <a:pt x="0" y="0"/>
                </a:lnTo>
                <a:lnTo>
                  <a:pt x="12191694" y="0"/>
                </a:lnTo>
                <a:lnTo>
                  <a:pt x="12191694" y="164591"/>
                </a:lnTo>
                <a:close/>
              </a:path>
            </a:pathLst>
          </a:custGeom>
          <a:solidFill>
            <a:srgbClr val="2f75b5"/>
          </a:solidFill>
          <a:ln w="0">
            <a:noFill/>
          </a:ln>
        </p:spPr>
        <p:style>
          <a:lnRef idx="0"/>
          <a:fillRef idx="0"/>
          <a:effectRef idx="0"/>
          <a:fontRef idx="minor"/>
        </p:style>
        <p:txBody>
          <a:bodyPr lIns="0" rIns="0" tIns="0" bIns="0" anchor="t">
            <a:noAutofit/>
          </a:bodyPr>
          <a:p>
            <a:pPr>
              <a:lnSpc>
                <a:spcPct val="100000"/>
              </a:lnSpc>
            </a:pPr>
            <a:endParaRPr b="0" lang="en-US" sz="1800" spc="-1" strike="noStrike">
              <a:solidFill>
                <a:srgbClr val="ffffff"/>
              </a:solidFill>
              <a:latin typeface="Arial"/>
            </a:endParaRPr>
          </a:p>
        </p:txBody>
      </p:sp>
      <p:sp>
        <p:nvSpPr>
          <p:cNvPr id="34" name="PlaceHolder 1"/>
          <p:cNvSpPr>
            <a:spLocks noGrp="1"/>
          </p:cNvSpPr>
          <p:nvPr>
            <p:ph type="title"/>
          </p:nvPr>
        </p:nvSpPr>
        <p:spPr>
          <a:xfrm>
            <a:off x="667440" y="331200"/>
            <a:ext cx="10856880" cy="1412280"/>
          </a:xfrm>
          <a:prstGeom prst="rect">
            <a:avLst/>
          </a:prstGeom>
          <a:noFill/>
          <a:ln w="0">
            <a:noFill/>
          </a:ln>
        </p:spPr>
        <p:txBody>
          <a:bodyPr lIns="0" rIns="0" tIns="267120" bIns="0" anchor="t">
            <a:noAutofit/>
          </a:bodyPr>
          <a:p>
            <a:pPr marL="1139760" indent="0">
              <a:lnSpc>
                <a:spcPct val="100000"/>
              </a:lnSpc>
              <a:spcBef>
                <a:spcPts val="99"/>
              </a:spcBef>
              <a:buNone/>
            </a:pPr>
            <a:r>
              <a:rPr b="1" lang="en-US" sz="3200" spc="-21" strike="noStrike">
                <a:solidFill>
                  <a:srgbClr val="8861f3"/>
                </a:solidFill>
                <a:latin typeface="Arial"/>
              </a:rPr>
              <a:t>SOFTWARE</a:t>
            </a:r>
            <a:r>
              <a:rPr b="1" lang="en-US" sz="3200" spc="-177" strike="noStrike">
                <a:solidFill>
                  <a:srgbClr val="8861f3"/>
                </a:solidFill>
                <a:latin typeface="Arial"/>
              </a:rPr>
              <a:t> </a:t>
            </a:r>
            <a:r>
              <a:rPr b="1" lang="en-US" sz="3200" spc="-12" strike="noStrike">
                <a:solidFill>
                  <a:srgbClr val="8861f3"/>
                </a:solidFill>
                <a:latin typeface="Arial"/>
              </a:rPr>
              <a:t>REQUIREMENT</a:t>
            </a:r>
            <a:r>
              <a:rPr b="1" lang="en-US" sz="3200" spc="-171" strike="noStrike">
                <a:solidFill>
                  <a:srgbClr val="8861f3"/>
                </a:solidFill>
                <a:latin typeface="Arial"/>
              </a:rPr>
              <a:t> </a:t>
            </a:r>
            <a:r>
              <a:rPr b="1" lang="en-US" sz="3200" spc="-12" strike="noStrike">
                <a:solidFill>
                  <a:srgbClr val="8861f3"/>
                </a:solidFill>
                <a:latin typeface="Arial"/>
              </a:rPr>
              <a:t>SPECIFICATION</a:t>
            </a:r>
            <a:endParaRPr b="0" lang="en-US" sz="3200" spc="-1" strike="noStrike">
              <a:solidFill>
                <a:srgbClr val="000000"/>
              </a:solidFill>
              <a:latin typeface="Calibri"/>
            </a:endParaRPr>
          </a:p>
        </p:txBody>
      </p:sp>
      <p:sp>
        <p:nvSpPr>
          <p:cNvPr id="35" name="object 4"/>
          <p:cNvSpPr/>
          <p:nvPr/>
        </p:nvSpPr>
        <p:spPr>
          <a:xfrm>
            <a:off x="2834640" y="1887840"/>
            <a:ext cx="6491880" cy="731160"/>
          </a:xfrm>
          <a:custGeom>
            <a:avLst/>
            <a:gdLst>
              <a:gd name="textAreaLeft" fmla="*/ 0 w 6491880"/>
              <a:gd name="textAreaRight" fmla="*/ 6492240 w 6491880"/>
              <a:gd name="textAreaTop" fmla="*/ 0 h 731160"/>
              <a:gd name="textAreaBottom" fmla="*/ 731520 h 731160"/>
            </a:gdLst>
            <a:ahLst/>
            <a:rect l="textAreaLeft" t="textAreaTop" r="textAreaRight" b="textAreaBottom"/>
            <a:pathLst>
              <a:path w="6492240" h="731519">
                <a:moveTo>
                  <a:pt x="0" y="121922"/>
                </a:moveTo>
                <a:lnTo>
                  <a:pt x="9581" y="74464"/>
                </a:lnTo>
                <a:lnTo>
                  <a:pt x="35710" y="35710"/>
                </a:lnTo>
                <a:lnTo>
                  <a:pt x="74464" y="9581"/>
                </a:lnTo>
                <a:lnTo>
                  <a:pt x="121922" y="0"/>
                </a:lnTo>
                <a:lnTo>
                  <a:pt x="6370317" y="0"/>
                </a:lnTo>
                <a:lnTo>
                  <a:pt x="6416975" y="9280"/>
                </a:lnTo>
                <a:lnTo>
                  <a:pt x="6456529" y="35710"/>
                </a:lnTo>
                <a:lnTo>
                  <a:pt x="6482959" y="75264"/>
                </a:lnTo>
                <a:lnTo>
                  <a:pt x="6492239" y="121922"/>
                </a:lnTo>
                <a:lnTo>
                  <a:pt x="6492239" y="609597"/>
                </a:lnTo>
                <a:lnTo>
                  <a:pt x="6482658" y="657055"/>
                </a:lnTo>
                <a:lnTo>
                  <a:pt x="6456529" y="695809"/>
                </a:lnTo>
                <a:lnTo>
                  <a:pt x="6417775" y="721938"/>
                </a:lnTo>
                <a:lnTo>
                  <a:pt x="6370317" y="731519"/>
                </a:lnTo>
                <a:lnTo>
                  <a:pt x="121922" y="731519"/>
                </a:lnTo>
                <a:lnTo>
                  <a:pt x="74464" y="721938"/>
                </a:lnTo>
                <a:lnTo>
                  <a:pt x="35710" y="695809"/>
                </a:lnTo>
                <a:lnTo>
                  <a:pt x="9581" y="657055"/>
                </a:lnTo>
                <a:lnTo>
                  <a:pt x="0" y="609597"/>
                </a:lnTo>
                <a:lnTo>
                  <a:pt x="0" y="121922"/>
                </a:lnTo>
                <a:close/>
              </a:path>
            </a:pathLst>
          </a:custGeom>
          <a:noFill/>
          <a:ln w="9524">
            <a:solidFill>
              <a:srgbClr val="8861f3"/>
            </a:solidFill>
            <a:round/>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ndParaRPr>
          </a:p>
        </p:txBody>
      </p:sp>
      <p:sp>
        <p:nvSpPr>
          <p:cNvPr id="36" name="object 5"/>
          <p:cNvSpPr/>
          <p:nvPr/>
        </p:nvSpPr>
        <p:spPr>
          <a:xfrm>
            <a:off x="3807720" y="1230120"/>
            <a:ext cx="4632480" cy="116676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1" lang="en-US" sz="2400" spc="-1" strike="noStrike">
                <a:solidFill>
                  <a:srgbClr val="8861f3"/>
                </a:solidFill>
                <a:latin typeface="Arial"/>
              </a:rPr>
              <a:t>AND</a:t>
            </a:r>
            <a:r>
              <a:rPr b="1" lang="en-US" sz="2400" spc="-111" strike="noStrike">
                <a:solidFill>
                  <a:srgbClr val="8861f3"/>
                </a:solidFill>
                <a:latin typeface="Arial"/>
              </a:rPr>
              <a:t> </a:t>
            </a:r>
            <a:r>
              <a:rPr b="1" lang="en-US" sz="2400" spc="-1" strike="noStrike">
                <a:solidFill>
                  <a:srgbClr val="8861f3"/>
                </a:solidFill>
                <a:latin typeface="Arial"/>
              </a:rPr>
              <a:t>PROJECT</a:t>
            </a:r>
            <a:r>
              <a:rPr b="1" lang="en-US" sz="2400" spc="-111" strike="noStrike">
                <a:solidFill>
                  <a:srgbClr val="8861f3"/>
                </a:solidFill>
                <a:latin typeface="Arial"/>
              </a:rPr>
              <a:t> </a:t>
            </a:r>
            <a:r>
              <a:rPr b="1" lang="en-US" sz="2400" spc="-21" strike="noStrike">
                <a:solidFill>
                  <a:srgbClr val="8861f3"/>
                </a:solidFill>
                <a:latin typeface="Arial"/>
              </a:rPr>
              <a:t>PRESENTATION</a:t>
            </a:r>
            <a:endParaRPr b="0" lang="en-US" sz="2400" spc="-1" strike="noStrike">
              <a:solidFill>
                <a:srgbClr val="000000"/>
              </a:solidFill>
              <a:latin typeface="Arial"/>
            </a:endParaRPr>
          </a:p>
          <a:p>
            <a:pPr marL="12600">
              <a:lnSpc>
                <a:spcPct val="100000"/>
              </a:lnSpc>
              <a:spcBef>
                <a:spcPts val="1165"/>
              </a:spcBef>
            </a:pPr>
            <a:endParaRPr b="0" lang="en-US" sz="2400" spc="-1" strike="noStrike">
              <a:solidFill>
                <a:srgbClr val="000000"/>
              </a:solidFill>
              <a:latin typeface="Arial"/>
            </a:endParaRPr>
          </a:p>
          <a:p>
            <a:pPr marL="12600" algn="ctr">
              <a:lnSpc>
                <a:spcPct val="100000"/>
              </a:lnSpc>
              <a:spcBef>
                <a:spcPts val="6"/>
              </a:spcBef>
            </a:pPr>
            <a:r>
              <a:rPr b="1" lang="en-US" sz="1800" spc="-1" strike="noStrike">
                <a:solidFill>
                  <a:srgbClr val="17365d"/>
                </a:solidFill>
                <a:latin typeface="Arial"/>
              </a:rPr>
              <a:t>PROJECT</a:t>
            </a:r>
            <a:r>
              <a:rPr b="1" lang="en-US" sz="1800" spc="-35" strike="noStrike">
                <a:solidFill>
                  <a:srgbClr val="17365d"/>
                </a:solidFill>
                <a:latin typeface="Arial"/>
              </a:rPr>
              <a:t> </a:t>
            </a:r>
            <a:r>
              <a:rPr b="1" lang="en-US" sz="1800" spc="-12" strike="noStrike">
                <a:solidFill>
                  <a:srgbClr val="17365d"/>
                </a:solidFill>
                <a:latin typeface="Arial"/>
              </a:rPr>
              <a:t>TITLE</a:t>
            </a:r>
            <a:endParaRPr b="0" lang="en-US" sz="1800" spc="-1" strike="noStrike">
              <a:solidFill>
                <a:srgbClr val="000000"/>
              </a:solidFill>
              <a:latin typeface="Arial"/>
            </a:endParaRPr>
          </a:p>
        </p:txBody>
      </p:sp>
      <p:sp>
        <p:nvSpPr>
          <p:cNvPr id="37" name="object 6"/>
          <p:cNvSpPr/>
          <p:nvPr/>
        </p:nvSpPr>
        <p:spPr>
          <a:xfrm>
            <a:off x="3197880" y="4219920"/>
            <a:ext cx="6549840" cy="2532960"/>
          </a:xfrm>
          <a:prstGeom prst="rect">
            <a:avLst/>
          </a:prstGeom>
          <a:noFill/>
          <a:ln w="0">
            <a:noFill/>
          </a:ln>
        </p:spPr>
        <p:style>
          <a:lnRef idx="0"/>
          <a:fillRef idx="0"/>
          <a:effectRef idx="0"/>
          <a:fontRef idx="minor"/>
        </p:style>
        <p:txBody>
          <a:bodyPr lIns="0" rIns="0" tIns="12600" bIns="0" anchor="t">
            <a:spAutoFit/>
          </a:bodyPr>
          <a:p>
            <a:pPr algn="ctr">
              <a:lnSpc>
                <a:spcPct val="100000"/>
              </a:lnSpc>
              <a:spcBef>
                <a:spcPts val="99"/>
              </a:spcBef>
            </a:pPr>
            <a:r>
              <a:rPr b="1" lang="en-US" sz="1600" spc="-1" strike="noStrike">
                <a:solidFill>
                  <a:srgbClr val="202124"/>
                </a:solidFill>
                <a:latin typeface="Arial"/>
              </a:rPr>
              <a:t>Chimanbhai</a:t>
            </a:r>
            <a:r>
              <a:rPr b="1" lang="en-US" sz="1600" spc="-60" strike="noStrike">
                <a:solidFill>
                  <a:srgbClr val="202124"/>
                </a:solidFill>
                <a:latin typeface="Arial"/>
              </a:rPr>
              <a:t> </a:t>
            </a:r>
            <a:r>
              <a:rPr b="1" lang="en-US" sz="1600" spc="-1" strike="noStrike">
                <a:solidFill>
                  <a:srgbClr val="202124"/>
                </a:solidFill>
                <a:latin typeface="Arial"/>
              </a:rPr>
              <a:t>Patel</a:t>
            </a:r>
            <a:r>
              <a:rPr b="1" lang="en-US" sz="1600" spc="-60" strike="noStrike">
                <a:solidFill>
                  <a:srgbClr val="202124"/>
                </a:solidFill>
                <a:latin typeface="Arial"/>
              </a:rPr>
              <a:t> </a:t>
            </a:r>
            <a:r>
              <a:rPr b="1" lang="en-US" sz="1600" spc="-1" strike="noStrike">
                <a:solidFill>
                  <a:srgbClr val="202124"/>
                </a:solidFill>
                <a:latin typeface="Arial"/>
              </a:rPr>
              <a:t>Post</a:t>
            </a:r>
            <a:r>
              <a:rPr b="1" lang="en-US" sz="1600" spc="-55" strike="noStrike">
                <a:solidFill>
                  <a:srgbClr val="202124"/>
                </a:solidFill>
                <a:latin typeface="Arial"/>
              </a:rPr>
              <a:t> </a:t>
            </a:r>
            <a:r>
              <a:rPr b="1" lang="en-US" sz="1600" spc="-1" strike="noStrike">
                <a:solidFill>
                  <a:srgbClr val="202124"/>
                </a:solidFill>
                <a:latin typeface="Arial"/>
              </a:rPr>
              <a:t>Graduate</a:t>
            </a:r>
            <a:r>
              <a:rPr b="1" lang="en-US" sz="1600" spc="-60" strike="noStrike">
                <a:solidFill>
                  <a:srgbClr val="202124"/>
                </a:solidFill>
                <a:latin typeface="Arial"/>
              </a:rPr>
              <a:t> </a:t>
            </a:r>
            <a:r>
              <a:rPr b="1" lang="en-US" sz="1600" spc="-1" strike="noStrike">
                <a:solidFill>
                  <a:srgbClr val="202124"/>
                </a:solidFill>
                <a:latin typeface="Arial"/>
              </a:rPr>
              <a:t>Institute</a:t>
            </a:r>
            <a:r>
              <a:rPr b="1" lang="en-US" sz="1600" spc="-55" strike="noStrike">
                <a:solidFill>
                  <a:srgbClr val="202124"/>
                </a:solidFill>
                <a:latin typeface="Arial"/>
              </a:rPr>
              <a:t> </a:t>
            </a:r>
            <a:r>
              <a:rPr b="1" lang="en-US" sz="1600" spc="-1" strike="noStrike">
                <a:solidFill>
                  <a:srgbClr val="202124"/>
                </a:solidFill>
                <a:latin typeface="Arial"/>
              </a:rPr>
              <a:t>of</a:t>
            </a:r>
            <a:r>
              <a:rPr b="1" lang="en-US" sz="1600" spc="-60" strike="noStrike">
                <a:solidFill>
                  <a:srgbClr val="202124"/>
                </a:solidFill>
                <a:latin typeface="Arial"/>
              </a:rPr>
              <a:t> </a:t>
            </a:r>
            <a:r>
              <a:rPr b="1" lang="en-US" sz="1600" spc="-1" strike="noStrike">
                <a:solidFill>
                  <a:srgbClr val="202124"/>
                </a:solidFill>
                <a:latin typeface="Arial"/>
              </a:rPr>
              <a:t>Computer</a:t>
            </a:r>
            <a:r>
              <a:rPr b="1" lang="en-US" sz="1600" spc="-111" strike="noStrike">
                <a:solidFill>
                  <a:srgbClr val="202124"/>
                </a:solidFill>
                <a:latin typeface="Arial"/>
              </a:rPr>
              <a:t> </a:t>
            </a:r>
            <a:r>
              <a:rPr b="1" lang="en-US" sz="1600" spc="-12" strike="noStrike">
                <a:solidFill>
                  <a:srgbClr val="202124"/>
                </a:solidFill>
                <a:latin typeface="Arial"/>
              </a:rPr>
              <a:t>Applications</a:t>
            </a:r>
            <a:endParaRPr b="0" lang="en-US" sz="1600" spc="-1" strike="noStrike">
              <a:solidFill>
                <a:srgbClr val="000000"/>
              </a:solidFill>
              <a:latin typeface="Arial"/>
            </a:endParaRPr>
          </a:p>
          <a:p>
            <a:pPr marL="2520" algn="ctr">
              <a:lnSpc>
                <a:spcPct val="100000"/>
              </a:lnSpc>
              <a:spcBef>
                <a:spcPts val="1009"/>
              </a:spcBef>
            </a:pPr>
            <a:r>
              <a:rPr b="0" lang="en-US" sz="1300" spc="-1" strike="noStrike">
                <a:solidFill>
                  <a:srgbClr val="202124"/>
                </a:solidFill>
                <a:latin typeface="Arial MT"/>
              </a:rPr>
              <a:t>MCA</a:t>
            </a:r>
            <a:r>
              <a:rPr b="0" lang="en-US" sz="1300" spc="-92" strike="noStrike">
                <a:solidFill>
                  <a:srgbClr val="202124"/>
                </a:solidFill>
                <a:latin typeface="Arial MT"/>
              </a:rPr>
              <a:t> </a:t>
            </a:r>
            <a:r>
              <a:rPr b="0" lang="en-US" sz="1300" spc="-1" strike="noStrike">
                <a:solidFill>
                  <a:srgbClr val="202124"/>
                </a:solidFill>
                <a:latin typeface="Arial MT"/>
              </a:rPr>
              <a:t>Semester</a:t>
            </a:r>
            <a:r>
              <a:rPr b="0" lang="en-US" sz="1300" spc="-21" strike="noStrike">
                <a:solidFill>
                  <a:srgbClr val="202124"/>
                </a:solidFill>
                <a:latin typeface="Arial MT"/>
              </a:rPr>
              <a:t> </a:t>
            </a:r>
            <a:r>
              <a:rPr b="0" lang="en-US" sz="1300" spc="-1" strike="noStrike">
                <a:solidFill>
                  <a:srgbClr val="202124"/>
                </a:solidFill>
                <a:latin typeface="Arial MT"/>
              </a:rPr>
              <a:t>–</a:t>
            </a:r>
            <a:r>
              <a:rPr b="0" lang="en-US" sz="1300" spc="-21" strike="noStrike">
                <a:solidFill>
                  <a:srgbClr val="202124"/>
                </a:solidFill>
                <a:latin typeface="Arial MT"/>
              </a:rPr>
              <a:t> </a:t>
            </a:r>
            <a:r>
              <a:rPr b="0" lang="en-US" sz="1300" spc="-1" strike="noStrike">
                <a:solidFill>
                  <a:srgbClr val="202124"/>
                </a:solidFill>
                <a:latin typeface="Arial MT"/>
              </a:rPr>
              <a:t>3</a:t>
            </a:r>
            <a:r>
              <a:rPr b="0" lang="en-US" sz="1300" spc="-26" strike="noStrike">
                <a:solidFill>
                  <a:srgbClr val="202124"/>
                </a:solidFill>
                <a:latin typeface="Arial MT"/>
              </a:rPr>
              <a:t> </a:t>
            </a:r>
            <a:r>
              <a:rPr b="0" lang="en-US" sz="1300" spc="-12" strike="noStrike">
                <a:solidFill>
                  <a:srgbClr val="202124"/>
                </a:solidFill>
                <a:latin typeface="Arial MT"/>
              </a:rPr>
              <a:t>(2026–2027)</a:t>
            </a:r>
            <a:endParaRPr b="0" lang="en-US" sz="1300" spc="-1" strike="noStrike">
              <a:solidFill>
                <a:srgbClr val="000000"/>
              </a:solidFill>
              <a:latin typeface="Arial"/>
            </a:endParaRPr>
          </a:p>
          <a:p>
            <a:pPr marL="2129760" algn="ctr">
              <a:lnSpc>
                <a:spcPct val="164000"/>
              </a:lnSpc>
            </a:pPr>
            <a:r>
              <a:rPr b="0" lang="en-US" sz="1300" spc="-1" strike="noStrike">
                <a:solidFill>
                  <a:srgbClr val="202124"/>
                </a:solidFill>
                <a:latin typeface="Arial MT"/>
              </a:rPr>
              <a:t>Faculty</a:t>
            </a:r>
            <a:r>
              <a:rPr b="0" lang="en-US" sz="1300" spc="-66" strike="noStrike">
                <a:solidFill>
                  <a:srgbClr val="202124"/>
                </a:solidFill>
                <a:latin typeface="Arial MT"/>
              </a:rPr>
              <a:t> </a:t>
            </a:r>
            <a:r>
              <a:rPr b="0" lang="en-US" sz="1300" spc="-1" strike="noStrike">
                <a:solidFill>
                  <a:srgbClr val="202124"/>
                </a:solidFill>
                <a:latin typeface="Arial MT"/>
              </a:rPr>
              <a:t>Guide:</a:t>
            </a:r>
            <a:r>
              <a:rPr b="0" lang="en-US" sz="1300" spc="-60" strike="noStrike">
                <a:solidFill>
                  <a:srgbClr val="202124"/>
                </a:solidFill>
                <a:latin typeface="Arial MT"/>
              </a:rPr>
              <a:t> </a:t>
            </a:r>
            <a:r>
              <a:rPr b="0" lang="en-US" sz="1300" spc="-12" strike="noStrike">
                <a:solidFill>
                  <a:srgbClr val="202124"/>
                </a:solidFill>
                <a:latin typeface="Arial MT"/>
              </a:rPr>
              <a:t>Dr./Prof.</a:t>
            </a:r>
            <a:r>
              <a:rPr b="0" lang="en-US" sz="1300" spc="-60" strike="noStrike">
                <a:solidFill>
                  <a:srgbClr val="202124"/>
                </a:solidFill>
                <a:latin typeface="Arial MT"/>
              </a:rPr>
              <a:t> </a:t>
            </a:r>
            <a:r>
              <a:rPr b="0" lang="en-US" sz="1300" spc="-12" strike="noStrike">
                <a:solidFill>
                  <a:srgbClr val="202124"/>
                </a:solidFill>
                <a:latin typeface="Arial MT"/>
              </a:rPr>
              <a:t>[Name] </a:t>
            </a:r>
            <a:r>
              <a:rPr b="0" lang="en-US" sz="1300" spc="-1" strike="noStrike">
                <a:solidFill>
                  <a:srgbClr val="202124"/>
                </a:solidFill>
                <a:latin typeface="Arial MT"/>
              </a:rPr>
              <a:t>PRESENTED</a:t>
            </a:r>
            <a:r>
              <a:rPr b="0" lang="en-US" sz="1300" spc="-46" strike="noStrike">
                <a:solidFill>
                  <a:srgbClr val="202124"/>
                </a:solidFill>
                <a:latin typeface="Arial MT"/>
              </a:rPr>
              <a:t> </a:t>
            </a:r>
            <a:r>
              <a:rPr b="0" lang="en-US" sz="1300" spc="-26" strike="noStrike">
                <a:solidFill>
                  <a:srgbClr val="202124"/>
                </a:solidFill>
                <a:latin typeface="Arial MT"/>
              </a:rPr>
              <a:t>BY:</a:t>
            </a:r>
            <a:endParaRPr b="0" lang="en-US" sz="1300" spc="-1" strike="noStrike">
              <a:solidFill>
                <a:srgbClr val="000000"/>
              </a:solidFill>
              <a:latin typeface="Arial"/>
            </a:endParaRPr>
          </a:p>
          <a:p>
            <a:pPr marL="1789920" algn="just">
              <a:lnSpc>
                <a:spcPct val="164000"/>
              </a:lnSpc>
            </a:pPr>
            <a:r>
              <a:rPr b="0" lang="en-US" sz="1300" spc="-1" strike="noStrike">
                <a:solidFill>
                  <a:srgbClr val="202124"/>
                </a:solidFill>
                <a:latin typeface="Arial MT"/>
              </a:rPr>
              <a:t>[Student</a:t>
            </a:r>
            <a:r>
              <a:rPr b="0" lang="en-US" sz="1300" spc="-52" strike="noStrike">
                <a:solidFill>
                  <a:srgbClr val="202124"/>
                </a:solidFill>
                <a:latin typeface="Arial MT"/>
              </a:rPr>
              <a:t> </a:t>
            </a:r>
            <a:r>
              <a:rPr b="0" lang="en-US" sz="1300" spc="-1" strike="noStrike">
                <a:solidFill>
                  <a:srgbClr val="202124"/>
                </a:solidFill>
                <a:latin typeface="Arial MT"/>
              </a:rPr>
              <a:t>Names]</a:t>
            </a:r>
            <a:r>
              <a:rPr b="0" lang="en-US" sz="1300" spc="-46" strike="noStrike">
                <a:solidFill>
                  <a:srgbClr val="202124"/>
                </a:solidFill>
                <a:latin typeface="Arial MT"/>
              </a:rPr>
              <a:t> </a:t>
            </a:r>
            <a:r>
              <a:rPr b="0" lang="en-US" sz="1300" spc="-1" strike="noStrike">
                <a:solidFill>
                  <a:srgbClr val="202124"/>
                </a:solidFill>
                <a:latin typeface="Arial MT"/>
              </a:rPr>
              <a:t>–</a:t>
            </a:r>
            <a:r>
              <a:rPr b="0" lang="en-US" sz="1300" spc="-52" strike="noStrike">
                <a:solidFill>
                  <a:srgbClr val="202124"/>
                </a:solidFill>
                <a:latin typeface="Arial MT"/>
              </a:rPr>
              <a:t> </a:t>
            </a:r>
            <a:r>
              <a:rPr b="0" lang="en-US" sz="1300" spc="-12" strike="noStrike">
                <a:solidFill>
                  <a:srgbClr val="202124"/>
                </a:solidFill>
                <a:latin typeface="Arial MT"/>
              </a:rPr>
              <a:t>[Enrolment</a:t>
            </a:r>
            <a:r>
              <a:rPr b="0" lang="en-US" sz="1300" spc="-46" strike="noStrike">
                <a:solidFill>
                  <a:srgbClr val="202124"/>
                </a:solidFill>
                <a:latin typeface="Arial MT"/>
              </a:rPr>
              <a:t> </a:t>
            </a:r>
            <a:r>
              <a:rPr b="0" lang="en-US" sz="1300" spc="-12" strike="noStrike">
                <a:solidFill>
                  <a:srgbClr val="202124"/>
                </a:solidFill>
                <a:latin typeface="Arial MT"/>
              </a:rPr>
              <a:t>Numbers] </a:t>
            </a:r>
            <a:r>
              <a:rPr b="0" lang="en-US" sz="1300" spc="-1" strike="noStrike">
                <a:solidFill>
                  <a:srgbClr val="202124"/>
                </a:solidFill>
                <a:latin typeface="Arial MT"/>
              </a:rPr>
              <a:t>[Student</a:t>
            </a:r>
            <a:r>
              <a:rPr b="0" lang="en-US" sz="1300" spc="-52" strike="noStrike">
                <a:solidFill>
                  <a:srgbClr val="202124"/>
                </a:solidFill>
                <a:latin typeface="Arial MT"/>
              </a:rPr>
              <a:t> </a:t>
            </a:r>
            <a:r>
              <a:rPr b="0" lang="en-US" sz="1300" spc="-1" strike="noStrike">
                <a:solidFill>
                  <a:srgbClr val="202124"/>
                </a:solidFill>
                <a:latin typeface="Arial MT"/>
              </a:rPr>
              <a:t>Names]</a:t>
            </a:r>
            <a:r>
              <a:rPr b="0" lang="en-US" sz="1300" spc="-46" strike="noStrike">
                <a:solidFill>
                  <a:srgbClr val="202124"/>
                </a:solidFill>
                <a:latin typeface="Arial MT"/>
              </a:rPr>
              <a:t> </a:t>
            </a:r>
            <a:r>
              <a:rPr b="0" lang="en-US" sz="1300" spc="-1" strike="noStrike">
                <a:solidFill>
                  <a:srgbClr val="202124"/>
                </a:solidFill>
                <a:latin typeface="Arial MT"/>
              </a:rPr>
              <a:t>–</a:t>
            </a:r>
            <a:r>
              <a:rPr b="0" lang="en-US" sz="1300" spc="-52" strike="noStrike">
                <a:solidFill>
                  <a:srgbClr val="202124"/>
                </a:solidFill>
                <a:latin typeface="Arial MT"/>
              </a:rPr>
              <a:t> </a:t>
            </a:r>
            <a:r>
              <a:rPr b="0" lang="en-US" sz="1300" spc="-12" strike="noStrike">
                <a:solidFill>
                  <a:srgbClr val="202124"/>
                </a:solidFill>
                <a:latin typeface="Arial MT"/>
              </a:rPr>
              <a:t>[Enrolment</a:t>
            </a:r>
            <a:r>
              <a:rPr b="0" lang="en-US" sz="1300" spc="-46" strike="noStrike">
                <a:solidFill>
                  <a:srgbClr val="202124"/>
                </a:solidFill>
                <a:latin typeface="Arial MT"/>
              </a:rPr>
              <a:t> </a:t>
            </a:r>
            <a:r>
              <a:rPr b="0" lang="en-US" sz="1300" spc="-12" strike="noStrike">
                <a:solidFill>
                  <a:srgbClr val="202124"/>
                </a:solidFill>
                <a:latin typeface="Arial MT"/>
              </a:rPr>
              <a:t>Numbers] </a:t>
            </a:r>
            <a:r>
              <a:rPr b="0" lang="en-US" sz="1300" spc="-1" strike="noStrike">
                <a:solidFill>
                  <a:srgbClr val="202124"/>
                </a:solidFill>
                <a:latin typeface="Arial MT"/>
              </a:rPr>
              <a:t>[Student</a:t>
            </a:r>
            <a:r>
              <a:rPr b="0" lang="en-US" sz="1300" spc="-52" strike="noStrike">
                <a:solidFill>
                  <a:srgbClr val="202124"/>
                </a:solidFill>
                <a:latin typeface="Arial MT"/>
              </a:rPr>
              <a:t> </a:t>
            </a:r>
            <a:r>
              <a:rPr b="0" lang="en-US" sz="1300" spc="-1" strike="noStrike">
                <a:solidFill>
                  <a:srgbClr val="202124"/>
                </a:solidFill>
                <a:latin typeface="Arial MT"/>
              </a:rPr>
              <a:t>Names]</a:t>
            </a:r>
            <a:r>
              <a:rPr b="0" lang="en-US" sz="1300" spc="-46" strike="noStrike">
                <a:solidFill>
                  <a:srgbClr val="202124"/>
                </a:solidFill>
                <a:latin typeface="Arial MT"/>
              </a:rPr>
              <a:t> </a:t>
            </a:r>
            <a:r>
              <a:rPr b="0" lang="en-US" sz="1300" spc="-1" strike="noStrike">
                <a:solidFill>
                  <a:srgbClr val="202124"/>
                </a:solidFill>
                <a:latin typeface="Arial MT"/>
              </a:rPr>
              <a:t>–</a:t>
            </a:r>
            <a:r>
              <a:rPr b="0" lang="en-US" sz="1300" spc="-52" strike="noStrike">
                <a:solidFill>
                  <a:srgbClr val="202124"/>
                </a:solidFill>
                <a:latin typeface="Arial MT"/>
              </a:rPr>
              <a:t> </a:t>
            </a:r>
            <a:r>
              <a:rPr b="0" lang="en-US" sz="1300" spc="-12" strike="noStrike">
                <a:solidFill>
                  <a:srgbClr val="202124"/>
                </a:solidFill>
                <a:latin typeface="Arial MT"/>
              </a:rPr>
              <a:t>[Enrolment</a:t>
            </a:r>
            <a:r>
              <a:rPr b="0" lang="en-US" sz="1300" spc="-46" strike="noStrike">
                <a:solidFill>
                  <a:srgbClr val="202124"/>
                </a:solidFill>
                <a:latin typeface="Arial MT"/>
              </a:rPr>
              <a:t> </a:t>
            </a:r>
            <a:r>
              <a:rPr b="0" lang="en-US" sz="1300" spc="-12" strike="noStrike">
                <a:solidFill>
                  <a:srgbClr val="202124"/>
                </a:solidFill>
                <a:latin typeface="Arial MT"/>
              </a:rPr>
              <a:t>Numbers]</a:t>
            </a:r>
            <a:endParaRPr b="0" lang="en-US" sz="1300" spc="-1" strike="noStrike">
              <a:solidFill>
                <a:srgbClr val="000000"/>
              </a:solidFill>
              <a:latin typeface="Arial"/>
            </a:endParaRPr>
          </a:p>
        </p:txBody>
      </p:sp>
      <p:pic>
        <p:nvPicPr>
          <p:cNvPr id="38" name="object 7" descr=""/>
          <p:cNvPicPr/>
          <p:nvPr/>
        </p:nvPicPr>
        <p:blipFill>
          <a:blip r:embed="rId1"/>
          <a:stretch/>
        </p:blipFill>
        <p:spPr>
          <a:xfrm>
            <a:off x="5031000" y="3398400"/>
            <a:ext cx="2156760" cy="708480"/>
          </a:xfrm>
          <a:prstGeom prst="rect">
            <a:avLst/>
          </a:prstGeom>
          <a:ln w="0">
            <a:noFill/>
          </a:ln>
        </p:spPr>
      </p:pic>
      <p:sp>
        <p:nvSpPr>
          <p:cNvPr id="39" name="object 8"/>
          <p:cNvSpPr/>
          <p:nvPr/>
        </p:nvSpPr>
        <p:spPr>
          <a:xfrm>
            <a:off x="5436360" y="2886480"/>
            <a:ext cx="1205640" cy="22572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1" lang="en-US" sz="1400" spc="-1" strike="noStrike">
                <a:solidFill>
                  <a:srgbClr val="000000"/>
                </a:solidFill>
                <a:latin typeface="Arial"/>
              </a:rPr>
              <a:t>Submitted</a:t>
            </a:r>
            <a:r>
              <a:rPr b="1" lang="en-US" sz="1400" spc="-46" strike="noStrike">
                <a:solidFill>
                  <a:srgbClr val="000000"/>
                </a:solidFill>
                <a:latin typeface="Arial"/>
              </a:rPr>
              <a:t> </a:t>
            </a:r>
            <a:r>
              <a:rPr b="1" lang="en-US" sz="1400" spc="-26" strike="noStrike">
                <a:solidFill>
                  <a:srgbClr val="000000"/>
                </a:solidFill>
                <a:latin typeface="Arial"/>
              </a:rPr>
              <a:t>To:</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40" name="PlaceHolder 1"/>
          <p:cNvSpPr>
            <a:spLocks noGrp="1"/>
          </p:cNvSpPr>
          <p:nvPr>
            <p:ph type="title"/>
          </p:nvPr>
        </p:nvSpPr>
        <p:spPr>
          <a:xfrm>
            <a:off x="667440" y="331200"/>
            <a:ext cx="4587480" cy="1157760"/>
          </a:xfrm>
          <a:prstGeom prst="rect">
            <a:avLst/>
          </a:prstGeom>
          <a:noFill/>
          <a:ln w="0">
            <a:noFill/>
          </a:ln>
        </p:spPr>
        <p:txBody>
          <a:bodyPr lIns="0" rIns="0" tIns="12600" bIns="0" anchor="t">
            <a:noAutofit/>
          </a:bodyPr>
          <a:p>
            <a:pPr marL="12600" indent="0">
              <a:lnSpc>
                <a:spcPct val="100000"/>
              </a:lnSpc>
              <a:spcBef>
                <a:spcPts val="99"/>
              </a:spcBef>
              <a:buNone/>
            </a:pPr>
            <a:r>
              <a:rPr b="1" lang="en-US" sz="2800" spc="-1" strike="noStrike">
                <a:solidFill>
                  <a:srgbClr val="17365d"/>
                </a:solidFill>
                <a:latin typeface="Arial"/>
              </a:rPr>
              <a:t>Project</a:t>
            </a:r>
            <a:r>
              <a:rPr b="1" lang="en-US" sz="2800" spc="-100" strike="noStrike">
                <a:solidFill>
                  <a:srgbClr val="17365d"/>
                </a:solidFill>
                <a:latin typeface="Arial"/>
              </a:rPr>
              <a:t> </a:t>
            </a:r>
            <a:r>
              <a:rPr b="1" lang="en-US" sz="2800" spc="-12" strike="noStrike">
                <a:solidFill>
                  <a:srgbClr val="17365d"/>
                </a:solidFill>
                <a:latin typeface="Arial"/>
              </a:rPr>
              <a:t>Overview</a:t>
            </a:r>
            <a:endParaRPr b="0" lang="en-US" sz="2800" spc="-1" strike="noStrike">
              <a:solidFill>
                <a:srgbClr val="000000"/>
              </a:solidFill>
              <a:latin typeface="Calibri"/>
            </a:endParaRPr>
          </a:p>
        </p:txBody>
      </p:sp>
      <p:sp>
        <p:nvSpPr>
          <p:cNvPr id="41" name="object 3"/>
          <p:cNvSpPr/>
          <p:nvPr/>
        </p:nvSpPr>
        <p:spPr>
          <a:xfrm>
            <a:off x="896040" y="1306080"/>
            <a:ext cx="10670760" cy="3112200"/>
          </a:xfrm>
          <a:prstGeom prst="rect">
            <a:avLst/>
          </a:prstGeom>
          <a:noFill/>
          <a:ln w="0">
            <a:noFill/>
          </a:ln>
        </p:spPr>
        <p:style>
          <a:lnRef idx="0"/>
          <a:fillRef idx="0"/>
          <a:effectRef idx="0"/>
          <a:fontRef idx="minor"/>
        </p:style>
        <p:txBody>
          <a:bodyPr lIns="0" rIns="0" tIns="12600" bIns="0" anchor="t">
            <a:spAutoFit/>
          </a:bodyPr>
          <a:p>
            <a:pPr marL="12600">
              <a:lnSpc>
                <a:spcPct val="100000"/>
              </a:lnSpc>
            </a:pPr>
            <a:r>
              <a:rPr b="0" lang="en-US" sz="2000" spc="-1" strike="noStrike">
                <a:solidFill>
                  <a:srgbClr val="202124"/>
                </a:solidFill>
                <a:latin typeface="Arial MT"/>
              </a:rPr>
              <a:t>Helping Hands is a web-based platform designed to connect volunteers, NGOs, and corporate organizations on a common platform for volunteering and Corporate Social Responsibility (CSR) activities.</a:t>
            </a:r>
            <a:endParaRPr b="0" lang="en-US" sz="2000" spc="-1" strike="noStrike">
              <a:solidFill>
                <a:srgbClr val="000000"/>
              </a:solidFill>
              <a:latin typeface="Arial"/>
            </a:endParaRPr>
          </a:p>
          <a:p>
            <a:pPr marL="12600">
              <a:lnSpc>
                <a:spcPct val="100000"/>
              </a:lnSpc>
              <a:spcBef>
                <a:spcPts val="1400"/>
              </a:spcBef>
            </a:pPr>
            <a:r>
              <a:rPr b="0" lang="en-US" sz="2000" spc="-1" strike="noStrike">
                <a:solidFill>
                  <a:srgbClr val="202124"/>
                </a:solidFill>
                <a:latin typeface="Arial MT"/>
              </a:rPr>
              <a:t>The system provides a structured way for NGOs to publish volunteering opportunities, volunteers to discover and apply for activities, and corporate organizations to participate in or support social initiatives.</a:t>
            </a:r>
            <a:endParaRPr b="0" lang="en-US" sz="2000" spc="-1" strike="noStrike">
              <a:solidFill>
                <a:srgbClr val="000000"/>
              </a:solidFill>
              <a:latin typeface="Arial"/>
            </a:endParaRPr>
          </a:p>
          <a:p>
            <a:pPr marL="12600">
              <a:lnSpc>
                <a:spcPct val="100000"/>
              </a:lnSpc>
              <a:spcBef>
                <a:spcPts val="1400"/>
              </a:spcBef>
            </a:pPr>
            <a:r>
              <a:rPr b="0" lang="en-US" sz="2000" spc="-1" strike="noStrike">
                <a:solidFill>
                  <a:srgbClr val="202124"/>
                </a:solidFill>
                <a:latin typeface="Arial MT"/>
              </a:rPr>
              <a:t>The CSR funding functionality in the current system is implemented as simulated transactions for demonstration purposes. No actual money is transferred through the platform.</a:t>
            </a:r>
            <a:endParaRPr b="0" lang="en-US" sz="2000" spc="-1" strike="noStrike">
              <a:solidFill>
                <a:srgbClr val="000000"/>
              </a:solidFill>
              <a:latin typeface="Arial"/>
            </a:endParaRPr>
          </a:p>
        </p:txBody>
      </p:sp>
      <p:sp>
        <p:nvSpPr>
          <p:cNvPr id="42" name="object 4"/>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ndParaRPr>
          </a:p>
        </p:txBody>
      </p:sp>
      <p:sp>
        <p:nvSpPr>
          <p:cNvPr id="43" name="object 5"/>
          <p:cNvSpPr/>
          <p:nvPr/>
        </p:nvSpPr>
        <p:spPr>
          <a:xfrm>
            <a:off x="11450880" y="6542280"/>
            <a:ext cx="89280" cy="138960"/>
          </a:xfrm>
          <a:prstGeom prst="rect">
            <a:avLst/>
          </a:prstGeom>
          <a:noFill/>
          <a:ln w="0">
            <a:noFill/>
          </a:ln>
        </p:spPr>
        <p:style>
          <a:lnRef idx="0"/>
          <a:fillRef idx="0"/>
          <a:effectRef idx="0"/>
          <a:fontRef idx="minor"/>
        </p:style>
        <p:txBody>
          <a:bodyPr lIns="0" rIns="0" tIns="1800" bIns="0" anchor="t">
            <a:spAutoFit/>
          </a:bodyPr>
          <a:p>
            <a:pPr marL="12600">
              <a:lnSpc>
                <a:spcPct val="100000"/>
              </a:lnSpc>
              <a:spcBef>
                <a:spcPts val="14"/>
              </a:spcBef>
            </a:pPr>
            <a:r>
              <a:rPr b="0" lang="en-US" sz="900" spc="-52" strike="noStrike">
                <a:solidFill>
                  <a:srgbClr val="667085"/>
                </a:solidFill>
                <a:latin typeface="Arial MT"/>
              </a:rPr>
              <a:t>2</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44" name="object 2"/>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ndParaRPr>
          </a:p>
        </p:txBody>
      </p:sp>
      <p:graphicFrame>
        <p:nvGraphicFramePr>
          <p:cNvPr id="45" name="object 3"/>
          <p:cNvGraphicFramePr/>
          <p:nvPr/>
        </p:nvGraphicFramePr>
        <p:xfrm>
          <a:off x="679320" y="1410840"/>
          <a:ext cx="10012320" cy="4247640"/>
        </p:xfrm>
        <a:graphic>
          <a:graphicData uri="http://schemas.openxmlformats.org/drawingml/2006/table">
            <a:tbl>
              <a:tblPr/>
              <a:tblGrid>
                <a:gridCol w="3868200"/>
                <a:gridCol w="6144120"/>
              </a:tblGrid>
              <a:tr h="707760">
                <a:tc>
                  <a:txBody>
                    <a:bodyPr lIns="0" rIns="0" tIns="223920" bIns="0" anchor="t">
                      <a:noAutofit/>
                    </a:bodyPr>
                    <a:p>
                      <a:pPr algn="ctr">
                        <a:lnSpc>
                          <a:spcPct val="100000"/>
                        </a:lnSpc>
                        <a:spcBef>
                          <a:spcPts val="1763"/>
                        </a:spcBef>
                      </a:pPr>
                      <a:r>
                        <a:rPr b="1" lang="en-US" sz="1600" spc="-12" strike="noStrike">
                          <a:solidFill>
                            <a:schemeClr val="dk1"/>
                          </a:solidFill>
                          <a:latin typeface="Times New Roman"/>
                        </a:rPr>
                        <a:t>Category</a:t>
                      </a:r>
                      <a:endParaRPr b="0" lang="en-US" sz="1600" spc="-1" strike="noStrike">
                        <a:solidFill>
                          <a:srgbClr val="000000"/>
                        </a:solidFill>
                        <a:latin typeface="Arial"/>
                      </a:endParaRPr>
                    </a:p>
                  </a:txBody>
                  <a:tcPr anchor="t">
                    <a:lnL w="12240">
                      <a:solidFill>
                        <a:srgbClr val="712ed4"/>
                      </a:solidFill>
                      <a:prstDash val="solid"/>
                    </a:lnL>
                    <a:lnR w="12240">
                      <a:solidFill>
                        <a:srgbClr val="712ed4"/>
                      </a:solidFill>
                      <a:prstDash val="solid"/>
                    </a:lnR>
                    <a:lnT w="12240">
                      <a:solidFill>
                        <a:srgbClr val="712ed4"/>
                      </a:solidFill>
                      <a:prstDash val="solid"/>
                    </a:lnT>
                    <a:lnB w="28080">
                      <a:solidFill>
                        <a:srgbClr val="712ed4"/>
                      </a:solidFill>
                      <a:prstDash val="solid"/>
                    </a:lnB>
                    <a:noFill/>
                  </a:tcPr>
                </a:tc>
                <a:tc>
                  <a:txBody>
                    <a:bodyPr lIns="0" rIns="0" tIns="223920" bIns="0" anchor="t">
                      <a:noAutofit/>
                    </a:bodyPr>
                    <a:p>
                      <a:pPr algn="ctr">
                        <a:lnSpc>
                          <a:spcPct val="100000"/>
                        </a:lnSpc>
                        <a:spcBef>
                          <a:spcPts val="1763"/>
                        </a:spcBef>
                      </a:pPr>
                      <a:r>
                        <a:rPr b="1" lang="en-US" sz="1600" spc="-21" strike="noStrike">
                          <a:solidFill>
                            <a:schemeClr val="dk1"/>
                          </a:solidFill>
                          <a:latin typeface="Times New Roman"/>
                        </a:rPr>
                        <a:t>Technology</a:t>
                      </a:r>
                      <a:r>
                        <a:rPr b="1" lang="en-US" sz="1600" spc="-26" strike="noStrike">
                          <a:solidFill>
                            <a:schemeClr val="dk1"/>
                          </a:solidFill>
                          <a:latin typeface="Times New Roman"/>
                        </a:rPr>
                        <a:t> </a:t>
                      </a:r>
                      <a:r>
                        <a:rPr b="1" lang="en-US" sz="1600" spc="-1" strike="noStrike">
                          <a:solidFill>
                            <a:schemeClr val="dk1"/>
                          </a:solidFill>
                          <a:latin typeface="Times New Roman"/>
                        </a:rPr>
                        <a:t>/</a:t>
                      </a:r>
                      <a:r>
                        <a:rPr b="1" lang="en-US" sz="1600" spc="-52" strike="noStrike">
                          <a:solidFill>
                            <a:schemeClr val="dk1"/>
                          </a:solidFill>
                          <a:latin typeface="Times New Roman"/>
                        </a:rPr>
                        <a:t> </a:t>
                      </a:r>
                      <a:r>
                        <a:rPr b="1" lang="en-US" sz="1600" spc="-35" strike="noStrike">
                          <a:solidFill>
                            <a:schemeClr val="dk1"/>
                          </a:solidFill>
                          <a:latin typeface="Times New Roman"/>
                        </a:rPr>
                        <a:t>Tool</a:t>
                      </a:r>
                      <a:r>
                        <a:rPr b="1" lang="en-US" sz="1600" spc="-26" strike="noStrike">
                          <a:solidFill>
                            <a:schemeClr val="dk1"/>
                          </a:solidFill>
                          <a:latin typeface="Times New Roman"/>
                        </a:rPr>
                        <a:t> </a:t>
                      </a:r>
                      <a:r>
                        <a:rPr b="1" lang="en-US" sz="1600" spc="-21" strike="noStrike">
                          <a:solidFill>
                            <a:schemeClr val="dk1"/>
                          </a:solidFill>
                          <a:latin typeface="Times New Roman"/>
                        </a:rPr>
                        <a:t>Used</a:t>
                      </a:r>
                      <a:endParaRPr b="0" lang="en-US" sz="1600" spc="-1" strike="noStrike">
                        <a:solidFill>
                          <a:srgbClr val="000000"/>
                        </a:solidFill>
                        <a:latin typeface="Arial"/>
                      </a:endParaRPr>
                    </a:p>
                  </a:txBody>
                  <a:tcPr anchor="t">
                    <a:lnL w="12240">
                      <a:solidFill>
                        <a:srgbClr val="712ed4"/>
                      </a:solidFill>
                      <a:prstDash val="solid"/>
                    </a:lnL>
                    <a:lnR w="12240">
                      <a:solidFill>
                        <a:srgbClr val="712ed4"/>
                      </a:solidFill>
                      <a:prstDash val="solid"/>
                    </a:lnR>
                    <a:lnT w="12240">
                      <a:solidFill>
                        <a:srgbClr val="712ed4"/>
                      </a:solidFill>
                      <a:prstDash val="solid"/>
                    </a:lnT>
                    <a:lnB w="28080">
                      <a:solidFill>
                        <a:srgbClr val="712ed4"/>
                      </a:solidFill>
                      <a:prstDash val="solid"/>
                    </a:lnB>
                    <a:noFill/>
                  </a:tcPr>
                </a:tc>
              </a:tr>
              <a:tr h="707760">
                <a:tc>
                  <a:txBody>
                    <a:bodyPr lIns="0" rIns="0" tIns="35280" bIns="0" anchor="t">
                      <a:noAutofit/>
                    </a:bodyPr>
                    <a:p>
                      <a:pPr>
                        <a:lnSpc>
                          <a:spcPct val="100000"/>
                        </a:lnSpc>
                        <a:spcBef>
                          <a:spcPts val="281"/>
                        </a:spcBef>
                      </a:pPr>
                      <a:endParaRPr b="0" lang="en-US" sz="1400" spc="-1" strike="noStrike">
                        <a:solidFill>
                          <a:srgbClr val="000000"/>
                        </a:solidFill>
                        <a:latin typeface="Arial"/>
                      </a:endParaRPr>
                    </a:p>
                    <a:p>
                      <a:pPr algn="ctr">
                        <a:lnSpc>
                          <a:spcPct val="100000"/>
                        </a:lnSpc>
                        <a:spcBef>
                          <a:spcPts val="6"/>
                        </a:spcBef>
                      </a:pPr>
                      <a:r>
                        <a:rPr b="0" lang="en-US" sz="1400" spc="-12" strike="noStrike">
                          <a:solidFill>
                            <a:schemeClr val="dk1"/>
                          </a:solidFill>
                          <a:latin typeface="Times New Roman"/>
                        </a:rPr>
                        <a:t>Frontend</a:t>
                      </a:r>
                      <a:endParaRPr b="0" lang="en-US" sz="1400" spc="-1" strike="noStrike">
                        <a:solidFill>
                          <a:srgbClr val="000000"/>
                        </a:solidFill>
                        <a:latin typeface="Arial"/>
                      </a:endParaRPr>
                    </a:p>
                  </a:txBody>
                  <a:tcPr anchor="t">
                    <a:lnL w="12240">
                      <a:solidFill>
                        <a:srgbClr val="712ed4"/>
                      </a:solidFill>
                      <a:prstDash val="solid"/>
                    </a:lnL>
                    <a:lnR w="12240">
                      <a:solidFill>
                        <a:srgbClr val="712ed4"/>
                      </a:solidFill>
                      <a:prstDash val="solid"/>
                    </a:lnR>
                    <a:lnT w="28080">
                      <a:solidFill>
                        <a:srgbClr val="712ed4"/>
                      </a:solidFill>
                      <a:prstDash val="solid"/>
                    </a:lnT>
                    <a:lnB w="12240">
                      <a:solidFill>
                        <a:srgbClr val="712ed4"/>
                      </a:solidFill>
                      <a:prstDash val="solid"/>
                    </a:lnB>
                    <a:solidFill>
                      <a:srgbClr val="c5aaee">
                        <a:alpha val="20000"/>
                      </a:srgbClr>
                    </a:solidFill>
                  </a:tcPr>
                </a:tc>
                <a:tc>
                  <a:txBody>
                    <a:bodyPr lIns="0" rIns="0" tIns="35280" bIns="0" anchor="t">
                      <a:noAutofit/>
                    </a:bodyPr>
                    <a:p>
                      <a:pPr>
                        <a:lnSpc>
                          <a:spcPct val="100000"/>
                        </a:lnSpc>
                        <a:spcBef>
                          <a:spcPts val="281"/>
                        </a:spcBef>
                      </a:pPr>
                      <a:endParaRPr b="0" lang="en-US" sz="1400" spc="-1" strike="noStrike">
                        <a:solidFill>
                          <a:srgbClr val="000000"/>
                        </a:solidFill>
                        <a:latin typeface="Arial"/>
                      </a:endParaRPr>
                    </a:p>
                    <a:p>
                      <a:pPr marL="85680">
                        <a:lnSpc>
                          <a:spcPct val="100000"/>
                        </a:lnSpc>
                        <a:spcBef>
                          <a:spcPts val="6"/>
                        </a:spcBef>
                      </a:pPr>
                      <a:r>
                        <a:rPr b="0" lang="en-US" sz="1400" spc="-12" strike="noStrike">
                          <a:solidFill>
                            <a:schemeClr val="dk1"/>
                          </a:solidFill>
                          <a:latin typeface="Times New Roman"/>
                        </a:rPr>
                        <a:t>[React.js</a:t>
                      </a:r>
                      <a:r>
                        <a:rPr b="0" lang="en-US" sz="1400" spc="-32" strike="noStrike">
                          <a:solidFill>
                            <a:schemeClr val="dk1"/>
                          </a:solidFill>
                          <a:latin typeface="Times New Roman"/>
                        </a:rPr>
                        <a:t> </a:t>
                      </a:r>
                      <a:r>
                        <a:rPr b="0" lang="en-US" sz="1400" spc="-1" strike="noStrike">
                          <a:solidFill>
                            <a:schemeClr val="dk1"/>
                          </a:solidFill>
                          <a:latin typeface="Times New Roman"/>
                        </a:rPr>
                        <a:t>/</a:t>
                      </a:r>
                      <a:r>
                        <a:rPr b="0" lang="en-US" sz="1400" spc="-32" strike="noStrike">
                          <a:solidFill>
                            <a:schemeClr val="dk1"/>
                          </a:solidFill>
                          <a:latin typeface="Times New Roman"/>
                        </a:rPr>
                        <a:t> JSX</a:t>
                      </a:r>
                      <a:r>
                        <a:rPr b="0" lang="en-US" sz="1400" spc="-12" strike="noStrike">
                          <a:solidFill>
                            <a:schemeClr val="dk1"/>
                          </a:solidFill>
                          <a:latin typeface="Times New Roman"/>
                        </a:rPr>
                        <a:t>]</a:t>
                      </a:r>
                      <a:endParaRPr b="0" lang="en-US" sz="1400" spc="-1" strike="noStrike">
                        <a:solidFill>
                          <a:srgbClr val="000000"/>
                        </a:solidFill>
                        <a:latin typeface="Arial"/>
                      </a:endParaRPr>
                    </a:p>
                  </a:txBody>
                  <a:tcPr anchor="t">
                    <a:lnL w="12240">
                      <a:solidFill>
                        <a:srgbClr val="712ed4"/>
                      </a:solidFill>
                      <a:prstDash val="solid"/>
                    </a:lnL>
                    <a:lnR w="12240">
                      <a:solidFill>
                        <a:srgbClr val="712ed4"/>
                      </a:solidFill>
                      <a:prstDash val="solid"/>
                    </a:lnR>
                    <a:lnT w="28080">
                      <a:solidFill>
                        <a:srgbClr val="712ed4"/>
                      </a:solidFill>
                      <a:prstDash val="solid"/>
                    </a:lnT>
                    <a:lnB w="12240">
                      <a:solidFill>
                        <a:srgbClr val="712ed4"/>
                      </a:solidFill>
                      <a:prstDash val="solid"/>
                    </a:lnB>
                    <a:solidFill>
                      <a:srgbClr val="c5aaee">
                        <a:alpha val="20000"/>
                      </a:srgbClr>
                    </a:solidFill>
                  </a:tcPr>
                </a:tc>
              </a:tr>
              <a:tr h="707760">
                <a:tc>
                  <a:txBody>
                    <a:bodyPr lIns="0" rIns="0" tIns="35280" bIns="0" anchor="t">
                      <a:noAutofit/>
                    </a:bodyPr>
                    <a:p>
                      <a:pPr>
                        <a:lnSpc>
                          <a:spcPct val="100000"/>
                        </a:lnSpc>
                        <a:spcBef>
                          <a:spcPts val="281"/>
                        </a:spcBef>
                      </a:pPr>
                      <a:endParaRPr b="0" lang="en-US" sz="1400" spc="-1" strike="noStrike">
                        <a:solidFill>
                          <a:srgbClr val="000000"/>
                        </a:solidFill>
                        <a:latin typeface="Arial"/>
                      </a:endParaRPr>
                    </a:p>
                    <a:p>
                      <a:pPr algn="ctr">
                        <a:lnSpc>
                          <a:spcPct val="100000"/>
                        </a:lnSpc>
                        <a:spcBef>
                          <a:spcPts val="6"/>
                        </a:spcBef>
                      </a:pPr>
                      <a:r>
                        <a:rPr b="1" lang="en-US" sz="1400" spc="-12" strike="noStrike">
                          <a:solidFill>
                            <a:srgbClr val="202124"/>
                          </a:solidFill>
                          <a:latin typeface="Times New Roman"/>
                        </a:rPr>
                        <a:t>Backend</a:t>
                      </a:r>
                      <a:endParaRPr b="0" lang="en-US" sz="1400" spc="-1" strike="noStrike">
                        <a:solidFill>
                          <a:srgbClr val="000000"/>
                        </a:solidFill>
                        <a:latin typeface="Arial"/>
                      </a:endParaRPr>
                    </a:p>
                  </a:txBody>
                  <a:tcPr anchor="t">
                    <a:lnL w="12240">
                      <a:solidFill>
                        <a:srgbClr val="712ed4"/>
                      </a:solidFill>
                      <a:prstDash val="solid"/>
                    </a:lnL>
                    <a:lnR w="12240">
                      <a:solidFill>
                        <a:srgbClr val="712ed4"/>
                      </a:solidFill>
                      <a:prstDash val="solid"/>
                    </a:lnR>
                    <a:lnT w="12240">
                      <a:solidFill>
                        <a:srgbClr val="712ed4"/>
                      </a:solidFill>
                      <a:prstDash val="solid"/>
                    </a:lnT>
                    <a:lnB w="12240">
                      <a:solidFill>
                        <a:srgbClr val="712ed4"/>
                      </a:solidFill>
                      <a:prstDash val="solid"/>
                    </a:lnB>
                    <a:noFill/>
                  </a:tcPr>
                </a:tc>
                <a:tc>
                  <a:txBody>
                    <a:bodyPr lIns="0" rIns="0" tIns="35280" bIns="0" anchor="t">
                      <a:noAutofit/>
                    </a:bodyPr>
                    <a:p>
                      <a:pPr>
                        <a:lnSpc>
                          <a:spcPct val="100000"/>
                        </a:lnSpc>
                        <a:spcBef>
                          <a:spcPts val="281"/>
                        </a:spcBef>
                      </a:pPr>
                      <a:endParaRPr b="0" lang="en-US" sz="1400" spc="-1" strike="noStrike">
                        <a:solidFill>
                          <a:srgbClr val="000000"/>
                        </a:solidFill>
                        <a:latin typeface="Arial"/>
                      </a:endParaRPr>
                    </a:p>
                    <a:p>
                      <a:pPr marL="85680">
                        <a:lnSpc>
                          <a:spcPct val="100000"/>
                        </a:lnSpc>
                        <a:spcBef>
                          <a:spcPts val="6"/>
                        </a:spcBef>
                      </a:pPr>
                      <a:r>
                        <a:rPr b="0" lang="en-US" sz="1400" spc="-12" strike="noStrike">
                          <a:solidFill>
                            <a:srgbClr val="202124"/>
                          </a:solidFill>
                          <a:latin typeface="Times New Roman"/>
                        </a:rPr>
                        <a:t>[Python</a:t>
                      </a:r>
                      <a:r>
                        <a:rPr b="0" lang="en-US" sz="1400" spc="-32" strike="noStrike">
                          <a:solidFill>
                            <a:srgbClr val="202124"/>
                          </a:solidFill>
                          <a:latin typeface="Times New Roman"/>
                        </a:rPr>
                        <a:t> </a:t>
                      </a:r>
                      <a:r>
                        <a:rPr b="0" lang="en-US" sz="1400" spc="-1" strike="noStrike">
                          <a:solidFill>
                            <a:srgbClr val="202124"/>
                          </a:solidFill>
                          <a:latin typeface="Times New Roman"/>
                        </a:rPr>
                        <a:t>/</a:t>
                      </a:r>
                      <a:r>
                        <a:rPr b="0" lang="en-US" sz="1400" spc="-32" strike="noStrike">
                          <a:solidFill>
                            <a:srgbClr val="202124"/>
                          </a:solidFill>
                          <a:latin typeface="Times New Roman"/>
                        </a:rPr>
                        <a:t> FastAPI</a:t>
                      </a:r>
                      <a:r>
                        <a:rPr b="0" lang="en-US" sz="1400" spc="-12" strike="noStrike">
                          <a:solidFill>
                            <a:srgbClr val="202124"/>
                          </a:solidFill>
                          <a:latin typeface="Times New Roman"/>
                        </a:rPr>
                        <a:t>]</a:t>
                      </a:r>
                      <a:endParaRPr b="0" lang="en-US" sz="1400" spc="-1" strike="noStrike">
                        <a:solidFill>
                          <a:srgbClr val="000000"/>
                        </a:solidFill>
                        <a:latin typeface="Arial"/>
                      </a:endParaRPr>
                    </a:p>
                  </a:txBody>
                  <a:tcPr anchor="t">
                    <a:lnL w="12240">
                      <a:solidFill>
                        <a:srgbClr val="712ed4"/>
                      </a:solidFill>
                      <a:prstDash val="solid"/>
                    </a:lnL>
                    <a:lnR w="12240">
                      <a:solidFill>
                        <a:srgbClr val="712ed4"/>
                      </a:solidFill>
                      <a:prstDash val="solid"/>
                    </a:lnR>
                    <a:lnT w="12240">
                      <a:solidFill>
                        <a:srgbClr val="712ed4"/>
                      </a:solidFill>
                      <a:prstDash val="solid"/>
                    </a:lnT>
                    <a:lnB w="12240">
                      <a:solidFill>
                        <a:srgbClr val="712ed4"/>
                      </a:solidFill>
                      <a:prstDash val="solid"/>
                    </a:lnB>
                    <a:noFill/>
                  </a:tcPr>
                </a:tc>
              </a:tr>
              <a:tr h="707760">
                <a:tc>
                  <a:txBody>
                    <a:bodyPr lIns="0" rIns="0" tIns="35280" bIns="0" anchor="t">
                      <a:noAutofit/>
                    </a:bodyPr>
                    <a:p>
                      <a:pPr>
                        <a:lnSpc>
                          <a:spcPct val="100000"/>
                        </a:lnSpc>
                        <a:spcBef>
                          <a:spcPts val="281"/>
                        </a:spcBef>
                      </a:pPr>
                      <a:endParaRPr b="0" lang="en-US" sz="1400" spc="-1" strike="noStrike">
                        <a:solidFill>
                          <a:srgbClr val="000000"/>
                        </a:solidFill>
                        <a:latin typeface="Arial"/>
                      </a:endParaRPr>
                    </a:p>
                    <a:p>
                      <a:pPr algn="ctr">
                        <a:lnSpc>
                          <a:spcPct val="100000"/>
                        </a:lnSpc>
                        <a:spcBef>
                          <a:spcPts val="6"/>
                        </a:spcBef>
                      </a:pPr>
                      <a:r>
                        <a:rPr b="0" lang="en-US" sz="1400" spc="-12" strike="noStrike">
                          <a:solidFill>
                            <a:schemeClr val="dk1"/>
                          </a:solidFill>
                          <a:latin typeface="Times New Roman"/>
                        </a:rPr>
                        <a:t>Database</a:t>
                      </a:r>
                      <a:endParaRPr b="0" lang="en-US" sz="1400" spc="-1" strike="noStrike">
                        <a:solidFill>
                          <a:srgbClr val="000000"/>
                        </a:solidFill>
                        <a:latin typeface="Arial"/>
                      </a:endParaRPr>
                    </a:p>
                  </a:txBody>
                  <a:tcPr anchor="t">
                    <a:lnL w="12240">
                      <a:solidFill>
                        <a:srgbClr val="712ed4"/>
                      </a:solidFill>
                      <a:prstDash val="solid"/>
                    </a:lnL>
                    <a:lnR w="12240">
                      <a:solidFill>
                        <a:srgbClr val="712ed4"/>
                      </a:solidFill>
                      <a:prstDash val="solid"/>
                    </a:lnR>
                    <a:lnT w="12240">
                      <a:solidFill>
                        <a:srgbClr val="712ed4"/>
                      </a:solidFill>
                      <a:prstDash val="solid"/>
                    </a:lnT>
                    <a:lnB w="12240">
                      <a:solidFill>
                        <a:srgbClr val="712ed4"/>
                      </a:solidFill>
                      <a:prstDash val="solid"/>
                    </a:lnB>
                    <a:solidFill>
                      <a:srgbClr val="c5aaee">
                        <a:alpha val="20000"/>
                      </a:srgbClr>
                    </a:solidFill>
                  </a:tcPr>
                </a:tc>
                <a:tc>
                  <a:txBody>
                    <a:bodyPr lIns="0" rIns="0" tIns="35280" bIns="0" anchor="t">
                      <a:noAutofit/>
                    </a:bodyPr>
                    <a:p>
                      <a:pPr>
                        <a:lnSpc>
                          <a:spcPct val="100000"/>
                        </a:lnSpc>
                        <a:spcBef>
                          <a:spcPts val="281"/>
                        </a:spcBef>
                      </a:pPr>
                      <a:endParaRPr b="0" lang="en-US" sz="1400" spc="-1" strike="noStrike">
                        <a:solidFill>
                          <a:srgbClr val="000000"/>
                        </a:solidFill>
                        <a:latin typeface="Arial"/>
                      </a:endParaRPr>
                    </a:p>
                    <a:p>
                      <a:pPr marL="85680">
                        <a:lnSpc>
                          <a:spcPct val="100000"/>
                        </a:lnSpc>
                        <a:spcBef>
                          <a:spcPts val="6"/>
                        </a:spcBef>
                      </a:pPr>
                      <a:r>
                        <a:rPr b="0" lang="en-US" sz="1400" spc="-12" strike="noStrike">
                          <a:solidFill>
                            <a:schemeClr val="dk1"/>
                          </a:solidFill>
                          <a:latin typeface="Times New Roman"/>
                        </a:rPr>
                        <a:t>[Postgres </a:t>
                      </a:r>
                      <a:r>
                        <a:rPr b="0" lang="en-US" sz="1400" spc="-1" strike="noStrike">
                          <a:solidFill>
                            <a:schemeClr val="dk1"/>
                          </a:solidFill>
                          <a:latin typeface="Times New Roman"/>
                        </a:rPr>
                        <a:t>/</a:t>
                      </a:r>
                      <a:r>
                        <a:rPr b="0" lang="en-US" sz="1400" spc="-12" strike="noStrike">
                          <a:solidFill>
                            <a:schemeClr val="dk1"/>
                          </a:solidFill>
                          <a:latin typeface="Times New Roman"/>
                        </a:rPr>
                        <a:t> DBMS]</a:t>
                      </a:r>
                      <a:endParaRPr b="0" lang="en-US" sz="1400" spc="-1" strike="noStrike">
                        <a:solidFill>
                          <a:srgbClr val="000000"/>
                        </a:solidFill>
                        <a:latin typeface="Arial"/>
                      </a:endParaRPr>
                    </a:p>
                  </a:txBody>
                  <a:tcPr anchor="t">
                    <a:lnL w="12240">
                      <a:solidFill>
                        <a:srgbClr val="712ed4"/>
                      </a:solidFill>
                      <a:prstDash val="solid"/>
                    </a:lnL>
                    <a:lnR w="12240">
                      <a:solidFill>
                        <a:srgbClr val="712ed4"/>
                      </a:solidFill>
                      <a:prstDash val="solid"/>
                    </a:lnR>
                    <a:lnT w="12240">
                      <a:solidFill>
                        <a:srgbClr val="712ed4"/>
                      </a:solidFill>
                      <a:prstDash val="solid"/>
                    </a:lnT>
                    <a:lnB w="12240">
                      <a:solidFill>
                        <a:srgbClr val="712ed4"/>
                      </a:solidFill>
                      <a:prstDash val="solid"/>
                    </a:lnB>
                    <a:solidFill>
                      <a:srgbClr val="c5aaee">
                        <a:alpha val="20000"/>
                      </a:srgbClr>
                    </a:solidFill>
                  </a:tcPr>
                </a:tc>
              </a:tr>
              <a:tr h="707760">
                <a:tc>
                  <a:txBody>
                    <a:bodyPr lIns="0" rIns="0" tIns="35280" bIns="0" anchor="t">
                      <a:noAutofit/>
                    </a:bodyPr>
                    <a:p>
                      <a:pPr>
                        <a:lnSpc>
                          <a:spcPct val="100000"/>
                        </a:lnSpc>
                        <a:spcBef>
                          <a:spcPts val="281"/>
                        </a:spcBef>
                      </a:pPr>
                      <a:endParaRPr b="0" lang="en-US" sz="1400" spc="-1" strike="noStrike">
                        <a:solidFill>
                          <a:srgbClr val="000000"/>
                        </a:solidFill>
                        <a:latin typeface="Arial"/>
                      </a:endParaRPr>
                    </a:p>
                    <a:p>
                      <a:pPr algn="ctr">
                        <a:lnSpc>
                          <a:spcPct val="100000"/>
                        </a:lnSpc>
                        <a:spcBef>
                          <a:spcPts val="6"/>
                        </a:spcBef>
                      </a:pPr>
                      <a:r>
                        <a:rPr b="0" lang="en-US" sz="1400" spc="-12" strike="noStrike">
                          <a:solidFill>
                            <a:schemeClr val="dk1"/>
                          </a:solidFill>
                          <a:latin typeface="Times New Roman"/>
                        </a:rPr>
                        <a:t>Frameworks</a:t>
                      </a:r>
                      <a:r>
                        <a:rPr b="0" lang="en-US" sz="1400" spc="-15" strike="noStrike">
                          <a:solidFill>
                            <a:schemeClr val="dk1"/>
                          </a:solidFill>
                          <a:latin typeface="Times New Roman"/>
                        </a:rPr>
                        <a:t> </a:t>
                      </a:r>
                      <a:r>
                        <a:rPr b="0" lang="en-US" sz="1400" spc="-1" strike="noStrike">
                          <a:solidFill>
                            <a:schemeClr val="dk1"/>
                          </a:solidFill>
                          <a:latin typeface="Times New Roman"/>
                        </a:rPr>
                        <a:t>/</a:t>
                      </a:r>
                      <a:r>
                        <a:rPr b="0" lang="en-US" sz="1400" spc="-86" strike="noStrike">
                          <a:solidFill>
                            <a:schemeClr val="dk1"/>
                          </a:solidFill>
                          <a:latin typeface="Times New Roman"/>
                        </a:rPr>
                        <a:t> </a:t>
                      </a:r>
                      <a:r>
                        <a:rPr b="0" lang="en-US" sz="1400" spc="-1" strike="noStrike">
                          <a:solidFill>
                            <a:schemeClr val="dk1"/>
                          </a:solidFill>
                          <a:latin typeface="Times New Roman"/>
                        </a:rPr>
                        <a:t>APIs</a:t>
                      </a:r>
                      <a:r>
                        <a:rPr b="0" lang="en-US" sz="1400" spc="-15" strike="noStrike">
                          <a:solidFill>
                            <a:schemeClr val="dk1"/>
                          </a:solidFill>
                          <a:latin typeface="Times New Roman"/>
                        </a:rPr>
                        <a:t> </a:t>
                      </a:r>
                      <a:r>
                        <a:rPr b="0" lang="en-US" sz="1400" spc="-1" strike="noStrike">
                          <a:solidFill>
                            <a:schemeClr val="dk1"/>
                          </a:solidFill>
                          <a:latin typeface="Times New Roman"/>
                        </a:rPr>
                        <a:t>/</a:t>
                      </a:r>
                      <a:r>
                        <a:rPr b="0" lang="en-US" sz="1400" spc="-35" strike="noStrike">
                          <a:solidFill>
                            <a:schemeClr val="dk1"/>
                          </a:solidFill>
                          <a:latin typeface="Times New Roman"/>
                        </a:rPr>
                        <a:t> </a:t>
                      </a:r>
                      <a:r>
                        <a:rPr b="0" lang="en-US" sz="1400" spc="-12" strike="noStrike">
                          <a:solidFill>
                            <a:schemeClr val="dk1"/>
                          </a:solidFill>
                          <a:latin typeface="Times New Roman"/>
                        </a:rPr>
                        <a:t>Tools</a:t>
                      </a:r>
                      <a:endParaRPr b="0" lang="en-US" sz="1400" spc="-1" strike="noStrike">
                        <a:solidFill>
                          <a:srgbClr val="000000"/>
                        </a:solidFill>
                        <a:latin typeface="Arial"/>
                      </a:endParaRPr>
                    </a:p>
                  </a:txBody>
                  <a:tcPr anchor="t">
                    <a:lnL w="12240">
                      <a:solidFill>
                        <a:srgbClr val="712ed4"/>
                      </a:solidFill>
                      <a:prstDash val="solid"/>
                    </a:lnL>
                    <a:lnR w="12240">
                      <a:solidFill>
                        <a:srgbClr val="712ed4"/>
                      </a:solidFill>
                      <a:prstDash val="solid"/>
                    </a:lnR>
                    <a:lnT w="12240">
                      <a:solidFill>
                        <a:srgbClr val="712ed4"/>
                      </a:solidFill>
                      <a:prstDash val="solid"/>
                    </a:lnT>
                    <a:lnB w="12240">
                      <a:solidFill>
                        <a:srgbClr val="712ed4"/>
                      </a:solidFill>
                      <a:prstDash val="solid"/>
                    </a:lnB>
                    <a:noFill/>
                  </a:tcPr>
                </a:tc>
                <a:tc>
                  <a:txBody>
                    <a:bodyPr lIns="0" rIns="0" tIns="35280" bIns="0" anchor="t">
                      <a:noAutofit/>
                    </a:bodyPr>
                    <a:p>
                      <a:pPr>
                        <a:lnSpc>
                          <a:spcPct val="100000"/>
                        </a:lnSpc>
                        <a:spcBef>
                          <a:spcPts val="281"/>
                        </a:spcBef>
                      </a:pPr>
                      <a:endParaRPr b="0" lang="en-US" sz="1400" spc="-1" strike="noStrike">
                        <a:solidFill>
                          <a:srgbClr val="000000"/>
                        </a:solidFill>
                        <a:latin typeface="Arial"/>
                      </a:endParaRPr>
                    </a:p>
                    <a:p>
                      <a:pPr marL="85680">
                        <a:lnSpc>
                          <a:spcPct val="100000"/>
                        </a:lnSpc>
                        <a:spcBef>
                          <a:spcPts val="6"/>
                        </a:spcBef>
                      </a:pPr>
                      <a:r>
                        <a:rPr b="0" lang="en-US" sz="1400" spc="-1" strike="noStrike">
                          <a:solidFill>
                            <a:srgbClr val="202124"/>
                          </a:solidFill>
                          <a:latin typeface="Times New Roman"/>
                        </a:rPr>
                        <a:t>[Pydantic,</a:t>
                      </a:r>
                      <a:r>
                        <a:rPr b="0" lang="en-US" sz="1400" spc="-80" strike="noStrike">
                          <a:solidFill>
                            <a:srgbClr val="202124"/>
                          </a:solidFill>
                          <a:latin typeface="Times New Roman"/>
                        </a:rPr>
                        <a:t> RESTApi</a:t>
                      </a:r>
                      <a:r>
                        <a:rPr b="0" lang="en-US" sz="1400" spc="-1" strike="noStrike">
                          <a:solidFill>
                            <a:srgbClr val="202124"/>
                          </a:solidFill>
                          <a:latin typeface="Times New Roman"/>
                        </a:rPr>
                        <a:t>, bcrypt</a:t>
                      </a:r>
                      <a:r>
                        <a:rPr b="0" lang="en-US" sz="1400" spc="-12" strike="noStrike">
                          <a:solidFill>
                            <a:srgbClr val="202124"/>
                          </a:solidFill>
                          <a:latin typeface="Times New Roman"/>
                        </a:rPr>
                        <a:t>]</a:t>
                      </a:r>
                      <a:endParaRPr b="0" lang="en-US" sz="1400" spc="-1" strike="noStrike">
                        <a:solidFill>
                          <a:srgbClr val="000000"/>
                        </a:solidFill>
                        <a:latin typeface="Arial"/>
                      </a:endParaRPr>
                    </a:p>
                  </a:txBody>
                  <a:tcPr anchor="t">
                    <a:lnL w="12240">
                      <a:solidFill>
                        <a:srgbClr val="712ed4"/>
                      </a:solidFill>
                      <a:prstDash val="solid"/>
                    </a:lnL>
                    <a:lnR w="12240">
                      <a:solidFill>
                        <a:srgbClr val="712ed4"/>
                      </a:solidFill>
                      <a:prstDash val="solid"/>
                    </a:lnR>
                    <a:lnT w="12240">
                      <a:solidFill>
                        <a:srgbClr val="712ed4"/>
                      </a:solidFill>
                      <a:prstDash val="solid"/>
                    </a:lnT>
                    <a:lnB w="12240">
                      <a:solidFill>
                        <a:srgbClr val="712ed4"/>
                      </a:solidFill>
                      <a:prstDash val="solid"/>
                    </a:lnB>
                    <a:noFill/>
                  </a:tcPr>
                </a:tc>
              </a:tr>
              <a:tr h="707760">
                <a:tc>
                  <a:txBody>
                    <a:bodyPr lIns="0" rIns="0" tIns="35280" bIns="0" anchor="t">
                      <a:noAutofit/>
                    </a:bodyPr>
                    <a:p>
                      <a:pPr>
                        <a:lnSpc>
                          <a:spcPct val="100000"/>
                        </a:lnSpc>
                        <a:spcBef>
                          <a:spcPts val="281"/>
                        </a:spcBef>
                      </a:pPr>
                      <a:endParaRPr b="0" lang="en-US" sz="1400" spc="-1" strike="noStrike">
                        <a:solidFill>
                          <a:srgbClr val="000000"/>
                        </a:solidFill>
                        <a:latin typeface="Arial"/>
                      </a:endParaRPr>
                    </a:p>
                    <a:p>
                      <a:pPr algn="ctr">
                        <a:lnSpc>
                          <a:spcPct val="100000"/>
                        </a:lnSpc>
                        <a:spcBef>
                          <a:spcPts val="6"/>
                        </a:spcBef>
                      </a:pPr>
                      <a:r>
                        <a:rPr b="0" lang="en-US" sz="1400" spc="-12" strike="noStrike">
                          <a:solidFill>
                            <a:schemeClr val="dk1"/>
                          </a:solidFill>
                          <a:latin typeface="Times New Roman"/>
                        </a:rPr>
                        <a:t>Development</a:t>
                      </a:r>
                      <a:r>
                        <a:rPr b="0" lang="en-US" sz="1400" spc="-26" strike="noStrike">
                          <a:solidFill>
                            <a:schemeClr val="dk1"/>
                          </a:solidFill>
                          <a:latin typeface="Times New Roman"/>
                        </a:rPr>
                        <a:t> </a:t>
                      </a:r>
                      <a:r>
                        <a:rPr b="0" lang="en-US" sz="1400" spc="-12" strike="noStrike">
                          <a:solidFill>
                            <a:schemeClr val="dk1"/>
                          </a:solidFill>
                          <a:latin typeface="Times New Roman"/>
                        </a:rPr>
                        <a:t>Environment</a:t>
                      </a:r>
                      <a:endParaRPr b="0" lang="en-US" sz="1400" spc="-1" strike="noStrike">
                        <a:solidFill>
                          <a:srgbClr val="000000"/>
                        </a:solidFill>
                        <a:latin typeface="Arial"/>
                      </a:endParaRPr>
                    </a:p>
                  </a:txBody>
                  <a:tcPr anchor="t">
                    <a:lnL w="12240">
                      <a:solidFill>
                        <a:srgbClr val="712ed4"/>
                      </a:solidFill>
                      <a:prstDash val="solid"/>
                    </a:lnL>
                    <a:lnR w="12240">
                      <a:solidFill>
                        <a:srgbClr val="712ed4"/>
                      </a:solidFill>
                      <a:prstDash val="solid"/>
                    </a:lnR>
                    <a:lnT w="12240">
                      <a:solidFill>
                        <a:srgbClr val="712ed4"/>
                      </a:solidFill>
                      <a:prstDash val="solid"/>
                    </a:lnT>
                    <a:lnB w="12240">
                      <a:solidFill>
                        <a:srgbClr val="712ed4"/>
                      </a:solidFill>
                      <a:prstDash val="solid"/>
                    </a:lnB>
                    <a:solidFill>
                      <a:srgbClr val="c5aaee">
                        <a:alpha val="20000"/>
                      </a:srgbClr>
                    </a:solidFill>
                  </a:tcPr>
                </a:tc>
                <a:tc>
                  <a:txBody>
                    <a:bodyPr lIns="0" rIns="0" tIns="35280" bIns="0" anchor="t">
                      <a:noAutofit/>
                    </a:bodyPr>
                    <a:p>
                      <a:pPr>
                        <a:lnSpc>
                          <a:spcPct val="100000"/>
                        </a:lnSpc>
                        <a:spcBef>
                          <a:spcPts val="281"/>
                        </a:spcBef>
                      </a:pPr>
                      <a:endParaRPr b="0" lang="en-US" sz="1400" spc="-1" strike="noStrike">
                        <a:solidFill>
                          <a:srgbClr val="000000"/>
                        </a:solidFill>
                        <a:latin typeface="Arial"/>
                      </a:endParaRPr>
                    </a:p>
                    <a:p>
                      <a:pPr marL="85680">
                        <a:lnSpc>
                          <a:spcPct val="100000"/>
                        </a:lnSpc>
                        <a:spcBef>
                          <a:spcPts val="6"/>
                        </a:spcBef>
                      </a:pPr>
                      <a:r>
                        <a:rPr b="0" lang="en-US" sz="1400" spc="-1" strike="noStrike">
                          <a:solidFill>
                            <a:schemeClr val="dk1"/>
                          </a:solidFill>
                          <a:latin typeface="Times New Roman"/>
                        </a:rPr>
                        <a:t>[VS Code</a:t>
                      </a:r>
                      <a:r>
                        <a:rPr b="0" lang="en-US" sz="1400" spc="-26" strike="noStrike">
                          <a:solidFill>
                            <a:schemeClr val="dk1"/>
                          </a:solidFill>
                          <a:latin typeface="Times New Roman"/>
                        </a:rPr>
                        <a:t> </a:t>
                      </a:r>
                      <a:r>
                        <a:rPr b="0" lang="en-US" sz="1400" spc="-1" strike="noStrike">
                          <a:solidFill>
                            <a:schemeClr val="dk1"/>
                          </a:solidFill>
                          <a:latin typeface="Times New Roman"/>
                        </a:rPr>
                        <a:t>/</a:t>
                      </a:r>
                      <a:r>
                        <a:rPr b="0" lang="en-US" sz="1400" spc="-21" strike="noStrike">
                          <a:solidFill>
                            <a:schemeClr val="dk1"/>
                          </a:solidFill>
                          <a:latin typeface="Times New Roman"/>
                        </a:rPr>
                        <a:t> </a:t>
                      </a:r>
                      <a:r>
                        <a:rPr b="0" lang="en-US" sz="1400" spc="-1" strike="noStrike">
                          <a:solidFill>
                            <a:schemeClr val="dk1"/>
                          </a:solidFill>
                          <a:latin typeface="Times New Roman"/>
                        </a:rPr>
                        <a:t>Linux</a:t>
                      </a:r>
                      <a:r>
                        <a:rPr b="0" lang="en-US" sz="1400" spc="-21" strike="noStrike">
                          <a:solidFill>
                            <a:schemeClr val="dk1"/>
                          </a:solidFill>
                          <a:latin typeface="Times New Roman"/>
                        </a:rPr>
                        <a:t> </a:t>
                      </a:r>
                      <a:r>
                        <a:rPr b="0" lang="en-US" sz="1400" spc="-12" strike="noStrike">
                          <a:solidFill>
                            <a:schemeClr val="dk1"/>
                          </a:solidFill>
                          <a:latin typeface="Times New Roman"/>
                        </a:rPr>
                        <a:t>]</a:t>
                      </a:r>
                      <a:endParaRPr b="0" lang="en-US" sz="1400" spc="-1" strike="noStrike">
                        <a:solidFill>
                          <a:srgbClr val="000000"/>
                        </a:solidFill>
                        <a:latin typeface="Arial"/>
                      </a:endParaRPr>
                    </a:p>
                  </a:txBody>
                  <a:tcPr anchor="t">
                    <a:lnL w="12240">
                      <a:solidFill>
                        <a:srgbClr val="712ed4"/>
                      </a:solidFill>
                      <a:prstDash val="solid"/>
                    </a:lnL>
                    <a:lnR w="12240">
                      <a:solidFill>
                        <a:srgbClr val="712ed4"/>
                      </a:solidFill>
                      <a:prstDash val="solid"/>
                    </a:lnR>
                    <a:lnT w="12240">
                      <a:solidFill>
                        <a:srgbClr val="712ed4"/>
                      </a:solidFill>
                      <a:prstDash val="solid"/>
                    </a:lnT>
                    <a:lnB w="12240">
                      <a:solidFill>
                        <a:srgbClr val="712ed4"/>
                      </a:solidFill>
                      <a:prstDash val="solid"/>
                    </a:lnB>
                    <a:solidFill>
                      <a:srgbClr val="c5aaee">
                        <a:alpha val="20000"/>
                      </a:srgbClr>
                    </a:solidFill>
                  </a:tcPr>
                </a:tc>
              </a:tr>
            </a:tbl>
          </a:graphicData>
        </a:graphic>
      </p:graphicFrame>
      <p:sp>
        <p:nvSpPr>
          <p:cNvPr id="46" name="object 5"/>
          <p:cNvSpPr/>
          <p:nvPr/>
        </p:nvSpPr>
        <p:spPr>
          <a:xfrm>
            <a:off x="11387160" y="6542280"/>
            <a:ext cx="152640" cy="138960"/>
          </a:xfrm>
          <a:prstGeom prst="rect">
            <a:avLst/>
          </a:prstGeom>
          <a:noFill/>
          <a:ln w="0">
            <a:noFill/>
          </a:ln>
        </p:spPr>
        <p:style>
          <a:lnRef idx="0"/>
          <a:fillRef idx="0"/>
          <a:effectRef idx="0"/>
          <a:fontRef idx="minor"/>
        </p:style>
        <p:txBody>
          <a:bodyPr lIns="0" rIns="0" tIns="1800" bIns="0" anchor="t">
            <a:spAutoFit/>
          </a:bodyPr>
          <a:p>
            <a:pPr marL="12600">
              <a:lnSpc>
                <a:spcPct val="100000"/>
              </a:lnSpc>
              <a:spcBef>
                <a:spcPts val="14"/>
              </a:spcBef>
            </a:pPr>
            <a:r>
              <a:rPr b="0" lang="en-US" sz="900" spc="-26" strike="noStrike">
                <a:solidFill>
                  <a:srgbClr val="667085"/>
                </a:solidFill>
                <a:latin typeface="Arial MT"/>
              </a:rPr>
              <a:t>12</a:t>
            </a:r>
            <a:endParaRPr b="0" lang="en-US" sz="900" spc="-1" strike="noStrike">
              <a:solidFill>
                <a:srgbClr val="000000"/>
              </a:solidFill>
              <a:latin typeface="Arial"/>
            </a:endParaRPr>
          </a:p>
        </p:txBody>
      </p:sp>
      <p:sp>
        <p:nvSpPr>
          <p:cNvPr id="47" name="PlaceHolder 1"/>
          <p:cNvSpPr>
            <a:spLocks noGrp="1"/>
          </p:cNvSpPr>
          <p:nvPr>
            <p:ph type="title"/>
          </p:nvPr>
        </p:nvSpPr>
        <p:spPr>
          <a:xfrm>
            <a:off x="667440" y="331200"/>
            <a:ext cx="10856880" cy="1157760"/>
          </a:xfrm>
          <a:prstGeom prst="rect">
            <a:avLst/>
          </a:prstGeom>
          <a:noFill/>
          <a:ln w="0">
            <a:noFill/>
          </a:ln>
        </p:spPr>
        <p:txBody>
          <a:bodyPr lIns="0" rIns="0" tIns="12600" bIns="0" anchor="t">
            <a:noAutofit/>
          </a:bodyPr>
          <a:p>
            <a:pPr marL="12600" indent="0">
              <a:lnSpc>
                <a:spcPct val="100000"/>
              </a:lnSpc>
              <a:spcBef>
                <a:spcPts val="99"/>
              </a:spcBef>
              <a:buNone/>
            </a:pPr>
            <a:r>
              <a:rPr b="1" lang="en-US" sz="2800" spc="-32" strike="noStrike">
                <a:solidFill>
                  <a:srgbClr val="17365d"/>
                </a:solidFill>
                <a:latin typeface="Arial"/>
              </a:rPr>
              <a:t>Technology</a:t>
            </a:r>
            <a:r>
              <a:rPr b="1" lang="en-US" sz="2800" spc="-106" strike="noStrike">
                <a:solidFill>
                  <a:srgbClr val="17365d"/>
                </a:solidFill>
                <a:latin typeface="Arial"/>
              </a:rPr>
              <a:t> </a:t>
            </a:r>
            <a:r>
              <a:rPr b="1" lang="en-US" sz="2800" spc="-1" strike="noStrike">
                <a:solidFill>
                  <a:srgbClr val="17365d"/>
                </a:solidFill>
                <a:latin typeface="Arial"/>
              </a:rPr>
              <a:t>Stack</a:t>
            </a:r>
            <a:r>
              <a:rPr b="1" lang="en-US" sz="2800" spc="-106" strike="noStrike">
                <a:solidFill>
                  <a:srgbClr val="17365d"/>
                </a:solidFill>
                <a:latin typeface="Arial"/>
              </a:rPr>
              <a:t> </a:t>
            </a:r>
            <a:r>
              <a:rPr b="1" lang="en-US" sz="2800" spc="-1" strike="noStrike">
                <a:solidFill>
                  <a:srgbClr val="17365d"/>
                </a:solidFill>
                <a:latin typeface="Arial"/>
              </a:rPr>
              <a:t>&amp;</a:t>
            </a:r>
            <a:r>
              <a:rPr b="1" lang="en-US" sz="2800" spc="-106" strike="noStrike">
                <a:solidFill>
                  <a:srgbClr val="17365d"/>
                </a:solidFill>
                <a:latin typeface="Arial"/>
              </a:rPr>
              <a:t> </a:t>
            </a:r>
            <a:r>
              <a:rPr b="1" lang="en-US" sz="2800" spc="-1" strike="noStrike">
                <a:solidFill>
                  <a:srgbClr val="17365d"/>
                </a:solidFill>
                <a:latin typeface="Arial"/>
              </a:rPr>
              <a:t>Development</a:t>
            </a:r>
            <a:r>
              <a:rPr b="1" lang="en-US" sz="2800" spc="-106" strike="noStrike">
                <a:solidFill>
                  <a:srgbClr val="17365d"/>
                </a:solidFill>
                <a:latin typeface="Arial"/>
              </a:rPr>
              <a:t> </a:t>
            </a:r>
            <a:r>
              <a:rPr b="1" lang="en-US" sz="2800" spc="-12" strike="noStrike">
                <a:solidFill>
                  <a:srgbClr val="17365d"/>
                </a:solidFill>
                <a:latin typeface="Arial"/>
              </a:rPr>
              <a:t>Environment</a:t>
            </a: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667440" y="331200"/>
            <a:ext cx="4587480" cy="1157760"/>
          </a:xfrm>
          <a:prstGeom prst="rect">
            <a:avLst/>
          </a:prstGeom>
          <a:noFill/>
          <a:ln w="0">
            <a:noFill/>
          </a:ln>
        </p:spPr>
        <p:txBody>
          <a:bodyPr lIns="0" rIns="0" tIns="12600" bIns="0" anchor="t">
            <a:noAutofit/>
          </a:bodyPr>
          <a:p>
            <a:pPr marL="12600" indent="0">
              <a:lnSpc>
                <a:spcPct val="100000"/>
              </a:lnSpc>
              <a:spcBef>
                <a:spcPts val="99"/>
              </a:spcBef>
              <a:buNone/>
            </a:pPr>
            <a:r>
              <a:rPr b="1" lang="en-US" sz="2800" spc="-1" strike="noStrike">
                <a:solidFill>
                  <a:srgbClr val="17365d"/>
                </a:solidFill>
                <a:latin typeface="Arial"/>
              </a:rPr>
              <a:t>Problem</a:t>
            </a:r>
            <a:r>
              <a:rPr b="1" lang="en-US" sz="2800" spc="-72" strike="noStrike">
                <a:solidFill>
                  <a:srgbClr val="17365d"/>
                </a:solidFill>
                <a:latin typeface="Arial"/>
              </a:rPr>
              <a:t> </a:t>
            </a:r>
            <a:r>
              <a:rPr b="1" lang="en-US" sz="2800" spc="-1" strike="noStrike">
                <a:solidFill>
                  <a:srgbClr val="17365d"/>
                </a:solidFill>
                <a:latin typeface="Arial"/>
              </a:rPr>
              <a:t>Statement</a:t>
            </a:r>
            <a:r>
              <a:rPr b="1" lang="en-US" sz="2800" spc="-66" strike="noStrike">
                <a:solidFill>
                  <a:srgbClr val="17365d"/>
                </a:solidFill>
                <a:latin typeface="Arial"/>
              </a:rPr>
              <a:t> </a:t>
            </a:r>
            <a:r>
              <a:rPr b="1" lang="en-US" sz="2800" spc="-1" strike="noStrike">
                <a:solidFill>
                  <a:srgbClr val="17365d"/>
                </a:solidFill>
                <a:latin typeface="Arial"/>
              </a:rPr>
              <a:t>&amp;</a:t>
            </a:r>
            <a:r>
              <a:rPr b="1" lang="en-US" sz="2800" spc="-72" strike="noStrike">
                <a:solidFill>
                  <a:srgbClr val="17365d"/>
                </a:solidFill>
                <a:latin typeface="Arial"/>
              </a:rPr>
              <a:t> </a:t>
            </a:r>
            <a:r>
              <a:rPr b="1" lang="en-US" sz="2800" spc="-21" strike="noStrike">
                <a:solidFill>
                  <a:srgbClr val="17365d"/>
                </a:solidFill>
                <a:latin typeface="Arial"/>
              </a:rPr>
              <a:t>Need</a:t>
            </a:r>
            <a:endParaRPr b="0" lang="en-US" sz="2800" spc="-1" strike="noStrike">
              <a:solidFill>
                <a:srgbClr val="000000"/>
              </a:solidFill>
              <a:latin typeface="Calibri"/>
            </a:endParaRPr>
          </a:p>
        </p:txBody>
      </p:sp>
      <p:sp>
        <p:nvSpPr>
          <p:cNvPr id="49" name="object 3"/>
          <p:cNvSpPr/>
          <p:nvPr/>
        </p:nvSpPr>
        <p:spPr>
          <a:xfrm>
            <a:off x="896040" y="1306080"/>
            <a:ext cx="5149800" cy="3313080"/>
          </a:xfrm>
          <a:prstGeom prst="rect">
            <a:avLst/>
          </a:prstGeom>
          <a:noFill/>
          <a:ln w="0">
            <a:noFill/>
          </a:ln>
        </p:spPr>
        <p:style>
          <a:lnRef idx="0"/>
          <a:fillRef idx="0"/>
          <a:effectRef idx="0"/>
          <a:fontRef idx="minor"/>
        </p:style>
        <p:txBody>
          <a:bodyPr lIns="0" rIns="0" tIns="12600" bIns="0" anchor="t">
            <a:spAutoFit/>
          </a:bodyPr>
          <a:p>
            <a:pPr marL="12600">
              <a:lnSpc>
                <a:spcPct val="100000"/>
              </a:lnSpc>
            </a:pPr>
            <a:r>
              <a:rPr b="1" lang="en-US" sz="2000" spc="-1" strike="noStrike">
                <a:solidFill>
                  <a:srgbClr val="17365d"/>
                </a:solidFill>
                <a:latin typeface="Arial MT"/>
              </a:rPr>
              <a:t>Problem Definition</a:t>
            </a:r>
            <a:endParaRPr b="0" lang="en-US" sz="2000" spc="-1" strike="noStrike">
              <a:solidFill>
                <a:srgbClr val="000000"/>
              </a:solidFill>
              <a:latin typeface="Arial"/>
            </a:endParaRPr>
          </a:p>
          <a:p>
            <a:pPr marL="285840" indent="-285840">
              <a:lnSpc>
                <a:spcPct val="100000"/>
              </a:lnSpc>
              <a:spcBef>
                <a:spcPts val="901"/>
              </a:spcBef>
              <a:buClr>
                <a:srgbClr val="202124"/>
              </a:buClr>
              <a:buFont typeface="Arial"/>
              <a:buChar char="•"/>
            </a:pPr>
            <a:r>
              <a:rPr b="0" lang="en-US" sz="1800" spc="-1" strike="noStrike">
                <a:solidFill>
                  <a:srgbClr val="202124"/>
                </a:solidFill>
                <a:latin typeface="Arial MT"/>
              </a:rPr>
              <a:t>Fake volunteer attendance.</a:t>
            </a:r>
            <a:endParaRPr b="0" lang="en-US" sz="1800" spc="-1" strike="noStrike">
              <a:solidFill>
                <a:srgbClr val="000000"/>
              </a:solidFill>
              <a:latin typeface="Arial"/>
            </a:endParaRPr>
          </a:p>
          <a:p>
            <a:pPr marL="285840" indent="-285840">
              <a:lnSpc>
                <a:spcPct val="100000"/>
              </a:lnSpc>
              <a:spcBef>
                <a:spcPts val="901"/>
              </a:spcBef>
              <a:buClr>
                <a:srgbClr val="202124"/>
              </a:buClr>
              <a:buFont typeface="Arial"/>
              <a:buChar char="•"/>
            </a:pPr>
            <a:r>
              <a:rPr b="0" lang="en-US" sz="1800" spc="-1" strike="noStrike">
                <a:solidFill>
                  <a:srgbClr val="202124"/>
                </a:solidFill>
                <a:latin typeface="Arial MT"/>
              </a:rPr>
              <a:t>Unverified NGOs or organizations.</a:t>
            </a:r>
            <a:endParaRPr b="0" lang="en-US" sz="1800" spc="-1" strike="noStrike">
              <a:solidFill>
                <a:srgbClr val="000000"/>
              </a:solidFill>
              <a:latin typeface="Arial"/>
            </a:endParaRPr>
          </a:p>
          <a:p>
            <a:pPr marL="285840" indent="-285840">
              <a:lnSpc>
                <a:spcPct val="100000"/>
              </a:lnSpc>
              <a:spcBef>
                <a:spcPts val="901"/>
              </a:spcBef>
              <a:buClr>
                <a:srgbClr val="202124"/>
              </a:buClr>
              <a:buFont typeface="Arial"/>
              <a:buChar char="•"/>
            </a:pPr>
            <a:r>
              <a:rPr b="0" lang="en-US" sz="1800" spc="-1" strike="noStrike">
                <a:solidFill>
                  <a:srgbClr val="202124"/>
                </a:solidFill>
                <a:latin typeface="Arial MT"/>
              </a:rPr>
              <a:t>Manual volunteer hour calculations.</a:t>
            </a:r>
            <a:endParaRPr b="0" lang="en-US" sz="1800" spc="-1" strike="noStrike">
              <a:solidFill>
                <a:srgbClr val="000000"/>
              </a:solidFill>
              <a:latin typeface="Arial"/>
            </a:endParaRPr>
          </a:p>
          <a:p>
            <a:pPr marL="285840" indent="-285840">
              <a:lnSpc>
                <a:spcPct val="100000"/>
              </a:lnSpc>
              <a:spcBef>
                <a:spcPts val="901"/>
              </a:spcBef>
              <a:buClr>
                <a:srgbClr val="202124"/>
              </a:buClr>
              <a:buFont typeface="Arial"/>
              <a:buChar char="•"/>
            </a:pPr>
            <a:r>
              <a:rPr b="0" lang="en-US" sz="1800" spc="-1" strike="noStrike">
                <a:solidFill>
                  <a:srgbClr val="202124"/>
                </a:solidFill>
                <a:latin typeface="Arial MT"/>
              </a:rPr>
              <a:t>Poor transparency in CSR funding.</a:t>
            </a:r>
            <a:endParaRPr b="0" lang="en-US" sz="1800" spc="-1" strike="noStrike">
              <a:solidFill>
                <a:srgbClr val="000000"/>
              </a:solidFill>
              <a:latin typeface="Arial"/>
            </a:endParaRPr>
          </a:p>
          <a:p>
            <a:pPr marL="285840" indent="-285840">
              <a:lnSpc>
                <a:spcPct val="100000"/>
              </a:lnSpc>
              <a:spcBef>
                <a:spcPts val="901"/>
              </a:spcBef>
              <a:buClr>
                <a:srgbClr val="202124"/>
              </a:buClr>
              <a:buFont typeface="Arial"/>
              <a:buChar char="•"/>
            </a:pPr>
            <a:r>
              <a:rPr b="0" lang="en-US" sz="1800" spc="-1" strike="noStrike">
                <a:solidFill>
                  <a:srgbClr val="202124"/>
                </a:solidFill>
                <a:latin typeface="Arial MT"/>
              </a:rPr>
              <a:t>Limited collaboration between volunteers, NGOs, and corporates.</a:t>
            </a:r>
            <a:endParaRPr b="0" lang="en-US" sz="1800" spc="-1" strike="noStrike">
              <a:solidFill>
                <a:srgbClr val="000000"/>
              </a:solidFill>
              <a:latin typeface="Arial"/>
            </a:endParaRPr>
          </a:p>
          <a:p>
            <a:pPr marL="285840" indent="-285840">
              <a:lnSpc>
                <a:spcPct val="100000"/>
              </a:lnSpc>
              <a:spcBef>
                <a:spcPts val="901"/>
              </a:spcBef>
              <a:buClr>
                <a:srgbClr val="202124"/>
              </a:buClr>
              <a:buFont typeface="Arial"/>
              <a:buChar char="•"/>
            </a:pPr>
            <a:r>
              <a:rPr b="0" lang="en-US" sz="1800" spc="-1" strike="noStrike">
                <a:solidFill>
                  <a:srgbClr val="202124"/>
                </a:solidFill>
                <a:latin typeface="Arial MT"/>
              </a:rPr>
              <a:t>Lack of centralized volunteer history.</a:t>
            </a:r>
            <a:endParaRPr b="0" lang="en-US" sz="1800" spc="-1" strike="noStrike">
              <a:solidFill>
                <a:srgbClr val="000000"/>
              </a:solidFill>
              <a:latin typeface="Arial"/>
            </a:endParaRPr>
          </a:p>
          <a:p>
            <a:pPr marL="285840" indent="-285840">
              <a:lnSpc>
                <a:spcPct val="100000"/>
              </a:lnSpc>
              <a:spcBef>
                <a:spcPts val="901"/>
              </a:spcBef>
              <a:buClr>
                <a:srgbClr val="202124"/>
              </a:buClr>
              <a:buFont typeface="Arial"/>
              <a:buChar char="•"/>
            </a:pPr>
            <a:r>
              <a:rPr b="0" lang="en-US" sz="1800" spc="-1" strike="noStrike">
                <a:solidFill>
                  <a:srgbClr val="202124"/>
                </a:solidFill>
                <a:latin typeface="Arial MT"/>
              </a:rPr>
              <a:t>Absence of trust indicators for organizations.</a:t>
            </a:r>
            <a:endParaRPr b="0" lang="en-US" sz="1800" spc="-1" strike="noStrike">
              <a:solidFill>
                <a:srgbClr val="000000"/>
              </a:solidFill>
              <a:latin typeface="Arial"/>
            </a:endParaRPr>
          </a:p>
        </p:txBody>
      </p:sp>
      <p:sp>
        <p:nvSpPr>
          <p:cNvPr id="50" name="object 20"/>
          <p:cNvSpPr/>
          <p:nvPr/>
        </p:nvSpPr>
        <p:spPr>
          <a:xfrm>
            <a:off x="6415920" y="1306080"/>
            <a:ext cx="5149800" cy="1528920"/>
          </a:xfrm>
          <a:prstGeom prst="rect">
            <a:avLst/>
          </a:prstGeom>
          <a:noFill/>
          <a:ln w="0">
            <a:noFill/>
          </a:ln>
        </p:spPr>
        <p:style>
          <a:lnRef idx="0"/>
          <a:fillRef idx="0"/>
          <a:effectRef idx="0"/>
          <a:fontRef idx="minor"/>
        </p:style>
        <p:txBody>
          <a:bodyPr lIns="0" rIns="0" tIns="12600" bIns="0" anchor="t">
            <a:spAutoFit/>
          </a:bodyPr>
          <a:p>
            <a:pPr marL="12600">
              <a:lnSpc>
                <a:spcPct val="100000"/>
              </a:lnSpc>
            </a:pPr>
            <a:r>
              <a:rPr b="1" lang="en-US" sz="2000" spc="-1" strike="noStrike">
                <a:solidFill>
                  <a:srgbClr val="17365d"/>
                </a:solidFill>
                <a:latin typeface="Arial MT"/>
              </a:rPr>
              <a:t>Need for the New System</a:t>
            </a:r>
            <a:endParaRPr b="0" lang="en-US" sz="2000" spc="-1" strike="noStrike">
              <a:solidFill>
                <a:srgbClr val="000000"/>
              </a:solidFill>
              <a:latin typeface="Arial"/>
            </a:endParaRPr>
          </a:p>
          <a:p>
            <a:pPr marL="12600">
              <a:lnSpc>
                <a:spcPct val="100000"/>
              </a:lnSpc>
              <a:spcBef>
                <a:spcPts val="901"/>
              </a:spcBef>
            </a:pPr>
            <a:r>
              <a:rPr b="0" lang="en-US" sz="1800" spc="-1" strike="noStrike">
                <a:solidFill>
                  <a:srgbClr val="202124"/>
                </a:solidFill>
                <a:latin typeface="Arial MT"/>
              </a:rPr>
              <a:t>HelpingHands addresses this by combining verified onboarding, GPS-based attendance validation, and structured CSR collaboration in a single system.</a:t>
            </a:r>
            <a:endParaRPr b="0" lang="en-US" sz="1800" spc="-1" strike="noStrike">
              <a:solidFill>
                <a:srgbClr val="000000"/>
              </a:solidFill>
              <a:latin typeface="Arial"/>
            </a:endParaRPr>
          </a:p>
        </p:txBody>
      </p:sp>
      <p:sp>
        <p:nvSpPr>
          <p:cNvPr id="51" name="object 4"/>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ndParaRPr>
          </a:p>
        </p:txBody>
      </p:sp>
      <p:sp>
        <p:nvSpPr>
          <p:cNvPr id="52" name="PlaceHolder 2"/>
          <p:cNvSpPr>
            <a:spLocks noGrp="1"/>
          </p:cNvSpPr>
          <p:nvPr>
            <p:ph type="sldNum" idx="16"/>
          </p:nvPr>
        </p:nvSpPr>
        <p:spPr>
          <a:xfrm>
            <a:off x="11361960" y="6542280"/>
            <a:ext cx="216360" cy="3979440"/>
          </a:xfrm>
          <a:prstGeom prst="rect">
            <a:avLst/>
          </a:prstGeom>
          <a:noFill/>
          <a:ln w="0">
            <a:noFill/>
          </a:ln>
        </p:spPr>
        <p:txBody>
          <a:bodyPr lIns="0" rIns="0" tIns="1800" bIns="0" anchor="t">
            <a:noAutofit/>
          </a:bodyPr>
          <a:lstStyle>
            <a:lvl1pPr marL="101520" indent="0">
              <a:lnSpc>
                <a:spcPct val="100000"/>
              </a:lnSpc>
              <a:spcBef>
                <a:spcPts val="14"/>
              </a:spcBef>
              <a:buNone/>
              <a:defRPr b="0" lang="en-US" sz="900" spc="-52" strike="noStrike">
                <a:solidFill>
                  <a:srgbClr val="667085"/>
                </a:solidFill>
                <a:latin typeface="Arial MT"/>
              </a:defRPr>
            </a:lvl1pPr>
          </a:lstStyle>
          <a:p>
            <a:pPr marL="101520" indent="0">
              <a:lnSpc>
                <a:spcPct val="100000"/>
              </a:lnSpc>
              <a:spcBef>
                <a:spcPts val="14"/>
              </a:spcBef>
              <a:buNone/>
            </a:pPr>
            <a:r>
              <a:rPr b="0" lang="en-US" sz="900" spc="-52" strike="noStrike">
                <a:solidFill>
                  <a:srgbClr val="667085"/>
                </a:solidFill>
                <a:latin typeface="Arial MT"/>
              </a:rPr>
              <a:t>3</a:t>
            </a:r>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53" name="PlaceHolder 1"/>
          <p:cNvSpPr>
            <a:spLocks noGrp="1"/>
          </p:cNvSpPr>
          <p:nvPr>
            <p:ph type="title"/>
          </p:nvPr>
        </p:nvSpPr>
        <p:spPr>
          <a:xfrm>
            <a:off x="667440" y="331200"/>
            <a:ext cx="4587480" cy="1157760"/>
          </a:xfrm>
          <a:prstGeom prst="rect">
            <a:avLst/>
          </a:prstGeom>
          <a:noFill/>
          <a:ln w="0">
            <a:noFill/>
          </a:ln>
        </p:spPr>
        <p:txBody>
          <a:bodyPr lIns="0" rIns="0" tIns="12600" bIns="0" anchor="t">
            <a:noAutofit/>
          </a:bodyPr>
          <a:p>
            <a:pPr marL="12600" indent="0">
              <a:lnSpc>
                <a:spcPct val="100000"/>
              </a:lnSpc>
              <a:spcBef>
                <a:spcPts val="99"/>
              </a:spcBef>
              <a:buNone/>
            </a:pPr>
            <a:r>
              <a:rPr b="1" lang="en-US" sz="2800" spc="-1" strike="noStrike">
                <a:solidFill>
                  <a:srgbClr val="17365d"/>
                </a:solidFill>
                <a:latin typeface="Arial"/>
              </a:rPr>
              <a:t>Objectives</a:t>
            </a:r>
            <a:r>
              <a:rPr b="1" lang="en-US" sz="2800" spc="-111" strike="noStrike">
                <a:solidFill>
                  <a:srgbClr val="17365d"/>
                </a:solidFill>
                <a:latin typeface="Arial"/>
              </a:rPr>
              <a:t> </a:t>
            </a:r>
            <a:r>
              <a:rPr b="1" lang="en-US" sz="2800" spc="-1" strike="noStrike">
                <a:solidFill>
                  <a:srgbClr val="17365d"/>
                </a:solidFill>
                <a:latin typeface="Arial"/>
              </a:rPr>
              <a:t>&amp;</a:t>
            </a:r>
            <a:r>
              <a:rPr b="1" lang="en-US" sz="2800" spc="-111" strike="noStrike">
                <a:solidFill>
                  <a:srgbClr val="17365d"/>
                </a:solidFill>
                <a:latin typeface="Arial"/>
              </a:rPr>
              <a:t> </a:t>
            </a:r>
            <a:r>
              <a:rPr b="1" lang="en-US" sz="2800" spc="-12" strike="noStrike">
                <a:solidFill>
                  <a:srgbClr val="17365d"/>
                </a:solidFill>
                <a:latin typeface="Arial"/>
              </a:rPr>
              <a:t>Scope</a:t>
            </a:r>
            <a:endParaRPr b="0" lang="en-US" sz="2800" spc="-1" strike="noStrike">
              <a:solidFill>
                <a:srgbClr val="000000"/>
              </a:solidFill>
              <a:latin typeface="Calibri"/>
            </a:endParaRPr>
          </a:p>
        </p:txBody>
      </p:sp>
      <p:sp>
        <p:nvSpPr>
          <p:cNvPr id="54" name="object 3"/>
          <p:cNvSpPr/>
          <p:nvPr/>
        </p:nvSpPr>
        <p:spPr>
          <a:xfrm>
            <a:off x="896040" y="1306080"/>
            <a:ext cx="10670760" cy="4141800"/>
          </a:xfrm>
          <a:prstGeom prst="rect">
            <a:avLst/>
          </a:prstGeom>
          <a:noFill/>
          <a:ln w="0">
            <a:noFill/>
          </a:ln>
        </p:spPr>
        <p:style>
          <a:lnRef idx="0"/>
          <a:fillRef idx="0"/>
          <a:effectRef idx="0"/>
          <a:fontRef idx="minor"/>
        </p:style>
        <p:txBody>
          <a:bodyPr lIns="0" rIns="0" tIns="12600" bIns="0" anchor="t">
            <a:spAutoFit/>
          </a:bodyPr>
          <a:p>
            <a:pPr marL="12600">
              <a:lnSpc>
                <a:spcPct val="100000"/>
              </a:lnSpc>
            </a:pPr>
            <a:r>
              <a:rPr b="0" lang="en-US" sz="1800" spc="-1" strike="noStrike">
                <a:solidFill>
                  <a:srgbClr val="202124"/>
                </a:solidFill>
                <a:latin typeface="Arial MT"/>
              </a:rPr>
              <a:t>The scope of the Helping Hands system includes the following major functionalities:</a:t>
            </a:r>
            <a:endParaRPr b="0" lang="en-US" sz="1800" spc="-1" strike="noStrike">
              <a:solidFill>
                <a:srgbClr val="000000"/>
              </a:solidFill>
              <a:latin typeface="Arial"/>
            </a:endParaRPr>
          </a:p>
          <a:p>
            <a:pPr marL="285840" indent="-285840">
              <a:lnSpc>
                <a:spcPct val="100000"/>
              </a:lnSpc>
              <a:spcBef>
                <a:spcPts val="901"/>
              </a:spcBef>
              <a:buClr>
                <a:srgbClr val="202124"/>
              </a:buClr>
              <a:buFont typeface="Arial"/>
              <a:buChar char="•"/>
            </a:pPr>
            <a:r>
              <a:rPr b="1" lang="en-US" sz="1600" spc="-1" strike="noStrike">
                <a:solidFill>
                  <a:srgbClr val="202124"/>
                </a:solidFill>
                <a:latin typeface="Arial MT"/>
              </a:rPr>
              <a:t>Volunteer Management:</a:t>
            </a:r>
            <a:r>
              <a:rPr b="0" lang="en-US" sz="1600" spc="-1" strike="noStrike">
                <a:solidFill>
                  <a:srgbClr val="202124"/>
                </a:solidFill>
                <a:latin typeface="Arial MT"/>
              </a:rPr>
              <a:t> Volunteers can register, maintain their profiles, browse available volunteering opportunities, and apply for suitable activities.</a:t>
            </a:r>
            <a:endParaRPr b="0" lang="en-US" sz="1600" spc="-1" strike="noStrike">
              <a:solidFill>
                <a:srgbClr val="000000"/>
              </a:solidFill>
              <a:latin typeface="Arial"/>
            </a:endParaRPr>
          </a:p>
          <a:p>
            <a:pPr marL="285840" indent="-285840">
              <a:lnSpc>
                <a:spcPct val="100000"/>
              </a:lnSpc>
              <a:spcBef>
                <a:spcPts val="901"/>
              </a:spcBef>
              <a:buClr>
                <a:srgbClr val="202124"/>
              </a:buClr>
              <a:buFont typeface="Arial"/>
              <a:buChar char="•"/>
            </a:pPr>
            <a:r>
              <a:rPr b="1" lang="en-US" sz="1600" spc="-1" strike="noStrike">
                <a:solidFill>
                  <a:srgbClr val="202124"/>
                </a:solidFill>
                <a:latin typeface="Arial MT"/>
              </a:rPr>
              <a:t>NGO Management:</a:t>
            </a:r>
            <a:r>
              <a:rPr b="0" lang="en-US" sz="1600" spc="-1" strike="noStrike">
                <a:solidFill>
                  <a:srgbClr val="202124"/>
                </a:solidFill>
                <a:latin typeface="Arial MT"/>
              </a:rPr>
              <a:t> NGOs can register, provide organization details, create volunteering opportunities, and manage volunteer applications.</a:t>
            </a:r>
            <a:endParaRPr b="0" lang="en-US" sz="1600" spc="-1" strike="noStrike">
              <a:solidFill>
                <a:srgbClr val="000000"/>
              </a:solidFill>
              <a:latin typeface="Arial"/>
            </a:endParaRPr>
          </a:p>
          <a:p>
            <a:pPr marL="285840" indent="-285840">
              <a:lnSpc>
                <a:spcPct val="100000"/>
              </a:lnSpc>
              <a:spcBef>
                <a:spcPts val="901"/>
              </a:spcBef>
              <a:buClr>
                <a:srgbClr val="202124"/>
              </a:buClr>
              <a:buFont typeface="Arial"/>
              <a:buChar char="•"/>
            </a:pPr>
            <a:r>
              <a:rPr b="1" lang="en-US" sz="1600" spc="-1" strike="noStrike">
                <a:solidFill>
                  <a:srgbClr val="202124"/>
                </a:solidFill>
                <a:latin typeface="Arial MT"/>
              </a:rPr>
              <a:t>GPS-Based Attendance:</a:t>
            </a:r>
            <a:r>
              <a:rPr b="0" lang="en-US" sz="1600" spc="-1" strike="noStrike">
                <a:solidFill>
                  <a:srgbClr val="202124"/>
                </a:solidFill>
                <a:latin typeface="Arial MT"/>
              </a:rPr>
              <a:t> The system supports location-based check-in and check-out for volunteering activities and records participation time and volunteering hours.</a:t>
            </a:r>
            <a:endParaRPr b="0" lang="en-US" sz="1600" spc="-1" strike="noStrike">
              <a:solidFill>
                <a:srgbClr val="000000"/>
              </a:solidFill>
              <a:latin typeface="Arial"/>
            </a:endParaRPr>
          </a:p>
          <a:p>
            <a:pPr marL="285840" indent="-285840">
              <a:lnSpc>
                <a:spcPct val="100000"/>
              </a:lnSpc>
              <a:spcBef>
                <a:spcPts val="901"/>
              </a:spcBef>
              <a:buClr>
                <a:srgbClr val="202124"/>
              </a:buClr>
              <a:buFont typeface="Arial"/>
              <a:buChar char="•"/>
            </a:pPr>
            <a:r>
              <a:rPr b="1" lang="en-US" sz="1600" spc="-1" strike="noStrike">
                <a:solidFill>
                  <a:srgbClr val="202124"/>
                </a:solidFill>
                <a:latin typeface="Arial MT"/>
              </a:rPr>
              <a:t>Organization Verification:</a:t>
            </a:r>
            <a:r>
              <a:rPr b="0" lang="en-US" sz="1600" spc="-1" strike="noStrike">
                <a:solidFill>
                  <a:srgbClr val="202124"/>
                </a:solidFill>
                <a:latin typeface="Arial MT"/>
              </a:rPr>
              <a:t> NGO and corporate organization details can be reviewed and verified by platform operators.</a:t>
            </a:r>
            <a:endParaRPr b="0" lang="en-US" sz="1600" spc="-1" strike="noStrike">
              <a:solidFill>
                <a:srgbClr val="000000"/>
              </a:solidFill>
              <a:latin typeface="Arial"/>
            </a:endParaRPr>
          </a:p>
          <a:p>
            <a:pPr marL="285840" indent="-285840">
              <a:lnSpc>
                <a:spcPct val="100000"/>
              </a:lnSpc>
              <a:spcBef>
                <a:spcPts val="901"/>
              </a:spcBef>
              <a:buClr>
                <a:srgbClr val="202124"/>
              </a:buClr>
              <a:buFont typeface="Arial"/>
              <a:buChar char="•"/>
            </a:pPr>
            <a:r>
              <a:rPr b="1" lang="en-US" sz="1600" spc="-1" strike="noStrike">
                <a:solidFill>
                  <a:srgbClr val="202124"/>
                </a:solidFill>
                <a:latin typeface="Arial MT"/>
              </a:rPr>
              <a:t>CSR Support:</a:t>
            </a:r>
            <a:r>
              <a:rPr b="0" lang="en-US" sz="1600" spc="-1" strike="noStrike">
                <a:solidFill>
                  <a:srgbClr val="202124"/>
                </a:solidFill>
                <a:latin typeface="Arial MT"/>
              </a:rPr>
              <a:t> Corporate organizations can support NGOs and volunteering opportunities through simulated CSR funding or sponsorship transactions for demonstration purposes. No real money is transferred through the system.</a:t>
            </a:r>
            <a:endParaRPr b="0" lang="en-US" sz="1600" spc="-1" strike="noStrike">
              <a:solidFill>
                <a:srgbClr val="000000"/>
              </a:solidFill>
              <a:latin typeface="Arial"/>
            </a:endParaRPr>
          </a:p>
          <a:p>
            <a:pPr marL="285840" indent="-285840">
              <a:lnSpc>
                <a:spcPct val="100000"/>
              </a:lnSpc>
              <a:spcBef>
                <a:spcPts val="901"/>
              </a:spcBef>
              <a:buClr>
                <a:srgbClr val="202124"/>
              </a:buClr>
              <a:buFont typeface="Arial"/>
              <a:buChar char="•"/>
            </a:pPr>
            <a:r>
              <a:rPr b="1" lang="en-US" sz="1600" spc="-1" strike="noStrike">
                <a:solidFill>
                  <a:srgbClr val="202124"/>
                </a:solidFill>
                <a:latin typeface="Arial MT"/>
              </a:rPr>
              <a:t>Platform Operator Panel:</a:t>
            </a:r>
            <a:r>
              <a:rPr b="0" lang="en-US" sz="1600" spc="-1" strike="noStrike">
                <a:solidFill>
                  <a:srgbClr val="202124"/>
                </a:solidFill>
                <a:latin typeface="Arial MT"/>
              </a:rPr>
              <a:t> A separate Platform Operator Panel is provided for the platform operators to perform platform-level operational and verification-related activities.</a:t>
            </a:r>
            <a:endParaRPr b="0" lang="en-US" sz="1600" spc="-1" strike="noStrike">
              <a:solidFill>
                <a:srgbClr val="000000"/>
              </a:solidFill>
              <a:latin typeface="Arial"/>
            </a:endParaRPr>
          </a:p>
        </p:txBody>
      </p:sp>
      <p:sp>
        <p:nvSpPr>
          <p:cNvPr id="55" name="object 4"/>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ndParaRPr>
          </a:p>
        </p:txBody>
      </p:sp>
      <p:sp>
        <p:nvSpPr>
          <p:cNvPr id="56" name="PlaceHolder 2"/>
          <p:cNvSpPr>
            <a:spLocks noGrp="1"/>
          </p:cNvSpPr>
          <p:nvPr>
            <p:ph type="sldNum" idx="17"/>
          </p:nvPr>
        </p:nvSpPr>
        <p:spPr>
          <a:xfrm>
            <a:off x="11361960" y="6542280"/>
            <a:ext cx="216360" cy="3979440"/>
          </a:xfrm>
          <a:prstGeom prst="rect">
            <a:avLst/>
          </a:prstGeom>
          <a:noFill/>
          <a:ln w="0">
            <a:noFill/>
          </a:ln>
        </p:spPr>
        <p:txBody>
          <a:bodyPr lIns="0" rIns="0" tIns="1800" bIns="0" anchor="t">
            <a:noAutofit/>
          </a:bodyPr>
          <a:lstStyle>
            <a:lvl1pPr marL="101520" indent="0">
              <a:lnSpc>
                <a:spcPct val="100000"/>
              </a:lnSpc>
              <a:spcBef>
                <a:spcPts val="14"/>
              </a:spcBef>
              <a:buNone/>
              <a:defRPr b="0" lang="en-US" sz="900" spc="-52" strike="noStrike">
                <a:solidFill>
                  <a:srgbClr val="667085"/>
                </a:solidFill>
                <a:latin typeface="Arial MT"/>
              </a:defRPr>
            </a:lvl1pPr>
          </a:lstStyle>
          <a:p>
            <a:pPr marL="101520" indent="0">
              <a:lnSpc>
                <a:spcPct val="100000"/>
              </a:lnSpc>
              <a:spcBef>
                <a:spcPts val="14"/>
              </a:spcBef>
              <a:buNone/>
            </a:pPr>
            <a:r>
              <a:rPr b="0" lang="en-US" sz="900" spc="-52" strike="noStrike">
                <a:solidFill>
                  <a:srgbClr val="667085"/>
                </a:solidFill>
                <a:latin typeface="Arial MT"/>
              </a:rPr>
              <a:t>4</a:t>
            </a:r>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57" name="PlaceHolder 1"/>
          <p:cNvSpPr>
            <a:spLocks noGrp="1"/>
          </p:cNvSpPr>
          <p:nvPr>
            <p:ph type="title"/>
          </p:nvPr>
        </p:nvSpPr>
        <p:spPr>
          <a:xfrm>
            <a:off x="667440" y="331200"/>
            <a:ext cx="10856880" cy="1157760"/>
          </a:xfrm>
          <a:prstGeom prst="rect">
            <a:avLst/>
          </a:prstGeom>
          <a:noFill/>
          <a:ln w="0">
            <a:noFill/>
          </a:ln>
        </p:spPr>
        <p:txBody>
          <a:bodyPr lIns="0" rIns="0" tIns="12600" bIns="0" anchor="t">
            <a:noAutofit/>
          </a:bodyPr>
          <a:p>
            <a:pPr marL="12600" indent="0">
              <a:lnSpc>
                <a:spcPct val="100000"/>
              </a:lnSpc>
              <a:spcBef>
                <a:spcPts val="99"/>
              </a:spcBef>
              <a:buNone/>
            </a:pPr>
            <a:r>
              <a:rPr b="1" lang="en-US" sz="2800" spc="-1" strike="noStrike">
                <a:solidFill>
                  <a:srgbClr val="17365d"/>
                </a:solidFill>
                <a:latin typeface="Arial"/>
              </a:rPr>
              <a:t>Existing</a:t>
            </a:r>
            <a:r>
              <a:rPr b="1" lang="en-US" sz="2800" spc="-126" strike="noStrike">
                <a:solidFill>
                  <a:srgbClr val="17365d"/>
                </a:solidFill>
                <a:latin typeface="Arial"/>
              </a:rPr>
              <a:t> </a:t>
            </a:r>
            <a:r>
              <a:rPr b="1" lang="en-US" sz="2800" spc="-1" strike="noStrike">
                <a:solidFill>
                  <a:srgbClr val="17365d"/>
                </a:solidFill>
                <a:latin typeface="Arial"/>
              </a:rPr>
              <a:t>System</a:t>
            </a:r>
            <a:r>
              <a:rPr b="1" lang="en-US" sz="2800" spc="-120" strike="noStrike">
                <a:solidFill>
                  <a:srgbClr val="17365d"/>
                </a:solidFill>
                <a:latin typeface="Arial"/>
              </a:rPr>
              <a:t> </a:t>
            </a:r>
            <a:r>
              <a:rPr b="1" lang="en-US" sz="2800" spc="-1" strike="noStrike">
                <a:solidFill>
                  <a:srgbClr val="17365d"/>
                </a:solidFill>
                <a:latin typeface="Arial"/>
              </a:rPr>
              <a:t>vs</a:t>
            </a:r>
            <a:r>
              <a:rPr b="1" lang="en-US" sz="2800" spc="-126" strike="noStrike">
                <a:solidFill>
                  <a:srgbClr val="17365d"/>
                </a:solidFill>
                <a:latin typeface="Arial"/>
              </a:rPr>
              <a:t> </a:t>
            </a:r>
            <a:r>
              <a:rPr b="1" lang="en-US" sz="2800" spc="-1" strike="noStrike">
                <a:solidFill>
                  <a:srgbClr val="17365d"/>
                </a:solidFill>
                <a:latin typeface="Arial"/>
              </a:rPr>
              <a:t>Proposed</a:t>
            </a:r>
            <a:r>
              <a:rPr b="1" lang="en-US" sz="2800" spc="-120" strike="noStrike">
                <a:solidFill>
                  <a:srgbClr val="17365d"/>
                </a:solidFill>
                <a:latin typeface="Arial"/>
              </a:rPr>
              <a:t> </a:t>
            </a:r>
            <a:r>
              <a:rPr b="1" lang="en-US" sz="2800" spc="-12" strike="noStrike">
                <a:solidFill>
                  <a:srgbClr val="17365d"/>
                </a:solidFill>
                <a:latin typeface="Arial"/>
              </a:rPr>
              <a:t>System</a:t>
            </a:r>
            <a:endParaRPr b="0" lang="en-US" sz="2800" spc="-1" strike="noStrike">
              <a:solidFill>
                <a:srgbClr val="000000"/>
              </a:solidFill>
              <a:latin typeface="Calibri"/>
            </a:endParaRPr>
          </a:p>
        </p:txBody>
      </p:sp>
      <p:sp>
        <p:nvSpPr>
          <p:cNvPr id="58" name="object 3"/>
          <p:cNvSpPr/>
          <p:nvPr/>
        </p:nvSpPr>
        <p:spPr>
          <a:xfrm>
            <a:off x="896040" y="1306080"/>
            <a:ext cx="5149800" cy="3828960"/>
          </a:xfrm>
          <a:prstGeom prst="rect">
            <a:avLst/>
          </a:prstGeom>
          <a:noFill/>
          <a:ln w="0">
            <a:noFill/>
          </a:ln>
        </p:spPr>
        <p:style>
          <a:lnRef idx="0"/>
          <a:fillRef idx="0"/>
          <a:effectRef idx="0"/>
          <a:fontRef idx="minor"/>
        </p:style>
        <p:txBody>
          <a:bodyPr lIns="0" rIns="0" tIns="12600" bIns="0" anchor="t">
            <a:spAutoFit/>
          </a:bodyPr>
          <a:p>
            <a:pPr marL="12600">
              <a:lnSpc>
                <a:spcPct val="100000"/>
              </a:lnSpc>
            </a:pPr>
            <a:r>
              <a:rPr b="1" lang="en-US" sz="2000" spc="-1" strike="noStrike">
                <a:solidFill>
                  <a:srgbClr val="17365d"/>
                </a:solidFill>
                <a:latin typeface="Arial MT"/>
              </a:rPr>
              <a:t>Existing System</a:t>
            </a:r>
            <a:endParaRPr b="0" lang="en-US" sz="2000" spc="-1" strike="noStrike">
              <a:solidFill>
                <a:srgbClr val="000000"/>
              </a:solidFill>
              <a:latin typeface="Arial"/>
            </a:endParaRPr>
          </a:p>
          <a:p>
            <a:pPr marL="285840" indent="-285840">
              <a:lnSpc>
                <a:spcPct val="100000"/>
              </a:lnSpc>
              <a:spcBef>
                <a:spcPts val="901"/>
              </a:spcBef>
              <a:buClr>
                <a:srgbClr val="202124"/>
              </a:buClr>
              <a:buFont typeface="Arial"/>
              <a:buChar char="•"/>
            </a:pPr>
            <a:r>
              <a:rPr b="0" lang="en-US" sz="1600" spc="-1" strike="noStrike">
                <a:solidFill>
                  <a:srgbClr val="202124"/>
                </a:solidFill>
                <a:latin typeface="Arial MT"/>
              </a:rPr>
              <a:t>Before platforms such as HelpingHands, volunteer coordination between individuals, NGOs, and corporate organizations happens through fragmented, manual channels — phone calls, WhatsApp groups, spreadsheets, and social media posts.</a:t>
            </a:r>
            <a:endParaRPr b="0" lang="en-US" sz="1600" spc="-1" strike="noStrike">
              <a:solidFill>
                <a:srgbClr val="000000"/>
              </a:solidFill>
              <a:latin typeface="Arial"/>
            </a:endParaRPr>
          </a:p>
          <a:p>
            <a:pPr marL="285840" indent="-285840">
              <a:lnSpc>
                <a:spcPct val="100000"/>
              </a:lnSpc>
              <a:spcBef>
                <a:spcPts val="901"/>
              </a:spcBef>
              <a:buClr>
                <a:srgbClr val="202124"/>
              </a:buClr>
              <a:buFont typeface="Arial"/>
              <a:buChar char="•"/>
            </a:pPr>
            <a:r>
              <a:rPr b="0" lang="en-US" sz="1600" spc="-1" strike="noStrike">
                <a:solidFill>
                  <a:srgbClr val="202124"/>
                </a:solidFill>
                <a:latin typeface="Arial MT"/>
              </a:rPr>
              <a:t>NGOs post volunteering opportunities without any centralized visibility or verification, and interested volunteers apply informally with no structured tracking of hours or participation.</a:t>
            </a:r>
            <a:endParaRPr b="0" lang="en-US" sz="1600" spc="-1" strike="noStrike">
              <a:solidFill>
                <a:srgbClr val="000000"/>
              </a:solidFill>
              <a:latin typeface="Arial"/>
            </a:endParaRPr>
          </a:p>
          <a:p>
            <a:pPr marL="285840" indent="-285840">
              <a:lnSpc>
                <a:spcPct val="100000"/>
              </a:lnSpc>
              <a:spcBef>
                <a:spcPts val="901"/>
              </a:spcBef>
              <a:buClr>
                <a:srgbClr val="202124"/>
              </a:buClr>
              <a:buFont typeface="Arial"/>
              <a:buChar char="•"/>
            </a:pPr>
            <a:r>
              <a:rPr b="0" lang="en-US" sz="1600" spc="-1" strike="noStrike">
                <a:solidFill>
                  <a:srgbClr val="202124"/>
                </a:solidFill>
                <a:latin typeface="Arial MT"/>
              </a:rPr>
              <a:t>Attendance at volunteering events is typically self-reported or tracked on paper, leaving it open to inflation or outright fabrication.</a:t>
            </a:r>
            <a:endParaRPr b="0" lang="en-US" sz="1600" spc="-1" strike="noStrike">
              <a:solidFill>
                <a:srgbClr val="000000"/>
              </a:solidFill>
              <a:latin typeface="Arial"/>
            </a:endParaRPr>
          </a:p>
        </p:txBody>
      </p:sp>
      <p:sp>
        <p:nvSpPr>
          <p:cNvPr id="59" name="object 20"/>
          <p:cNvSpPr/>
          <p:nvPr/>
        </p:nvSpPr>
        <p:spPr>
          <a:xfrm>
            <a:off x="6415920" y="1306080"/>
            <a:ext cx="5149800" cy="3441240"/>
          </a:xfrm>
          <a:prstGeom prst="rect">
            <a:avLst/>
          </a:prstGeom>
          <a:noFill/>
          <a:ln w="0">
            <a:noFill/>
          </a:ln>
        </p:spPr>
        <p:style>
          <a:lnRef idx="0"/>
          <a:fillRef idx="0"/>
          <a:effectRef idx="0"/>
          <a:fontRef idx="minor"/>
        </p:style>
        <p:txBody>
          <a:bodyPr lIns="0" rIns="0" tIns="12600" bIns="0" anchor="t">
            <a:spAutoFit/>
          </a:bodyPr>
          <a:p>
            <a:pPr marL="12600">
              <a:lnSpc>
                <a:spcPct val="100000"/>
              </a:lnSpc>
            </a:pPr>
            <a:r>
              <a:rPr b="1" lang="en-US" sz="2000" spc="-1" strike="noStrike">
                <a:solidFill>
                  <a:srgbClr val="17365d"/>
                </a:solidFill>
                <a:latin typeface="Arial MT"/>
              </a:rPr>
              <a:t>Objective of the New System</a:t>
            </a:r>
            <a:endParaRPr b="0" lang="en-US" sz="2000" spc="-1" strike="noStrike">
              <a:solidFill>
                <a:srgbClr val="000000"/>
              </a:solidFill>
              <a:latin typeface="Arial"/>
            </a:endParaRPr>
          </a:p>
          <a:p>
            <a:pPr marL="285840" indent="-285840">
              <a:lnSpc>
                <a:spcPct val="100000"/>
              </a:lnSpc>
              <a:spcBef>
                <a:spcPts val="901"/>
              </a:spcBef>
              <a:buClr>
                <a:srgbClr val="202124"/>
              </a:buClr>
              <a:buFont typeface="Arial"/>
              <a:buChar char="•"/>
            </a:pPr>
            <a:r>
              <a:rPr b="0" lang="en-US" sz="1600" spc="-1" strike="noStrike">
                <a:solidFill>
                  <a:srgbClr val="202124"/>
                </a:solidFill>
                <a:latin typeface="Arial MT"/>
              </a:rPr>
              <a:t>Provide a centralized platform connecting Volunteers, NGOs, and Corporate Organizations.</a:t>
            </a:r>
            <a:endParaRPr b="0" lang="en-US" sz="1600" spc="-1" strike="noStrike">
              <a:solidFill>
                <a:srgbClr val="000000"/>
              </a:solidFill>
              <a:latin typeface="Arial"/>
            </a:endParaRPr>
          </a:p>
          <a:p>
            <a:pPr marL="285840" indent="-285840">
              <a:lnSpc>
                <a:spcPct val="100000"/>
              </a:lnSpc>
              <a:spcBef>
                <a:spcPts val="901"/>
              </a:spcBef>
              <a:buClr>
                <a:srgbClr val="202124"/>
              </a:buClr>
              <a:buFont typeface="Arial"/>
              <a:buChar char="•"/>
            </a:pPr>
            <a:r>
              <a:rPr b="0" lang="en-US" sz="1600" spc="-1" strike="noStrike">
                <a:solidFill>
                  <a:srgbClr val="202124"/>
                </a:solidFill>
                <a:latin typeface="Arial MT"/>
              </a:rPr>
              <a:t>Allow only verified NGOs and Corporate Organizations to access organizational features.</a:t>
            </a:r>
            <a:endParaRPr b="0" lang="en-US" sz="1600" spc="-1" strike="noStrike">
              <a:solidFill>
                <a:srgbClr val="000000"/>
              </a:solidFill>
              <a:latin typeface="Arial"/>
            </a:endParaRPr>
          </a:p>
          <a:p>
            <a:pPr marL="285840" indent="-285840">
              <a:lnSpc>
                <a:spcPct val="100000"/>
              </a:lnSpc>
              <a:spcBef>
                <a:spcPts val="901"/>
              </a:spcBef>
              <a:buClr>
                <a:srgbClr val="202124"/>
              </a:buClr>
              <a:buFont typeface="Arial"/>
              <a:buChar char="•"/>
            </a:pPr>
            <a:r>
              <a:rPr b="0" lang="en-US" sz="1600" spc="-1" strike="noStrike">
                <a:solidFill>
                  <a:srgbClr val="202124"/>
                </a:solidFill>
                <a:latin typeface="Arial MT"/>
              </a:rPr>
              <a:t>Prevent fake volunteer attendance using GPS-based location verification.</a:t>
            </a:r>
            <a:endParaRPr b="0" lang="en-US" sz="1600" spc="-1" strike="noStrike">
              <a:solidFill>
                <a:srgbClr val="000000"/>
              </a:solidFill>
              <a:latin typeface="Arial"/>
            </a:endParaRPr>
          </a:p>
          <a:p>
            <a:pPr marL="285840" indent="-285840">
              <a:lnSpc>
                <a:spcPct val="100000"/>
              </a:lnSpc>
              <a:spcBef>
                <a:spcPts val="901"/>
              </a:spcBef>
              <a:buClr>
                <a:srgbClr val="202124"/>
              </a:buClr>
              <a:buFont typeface="Arial"/>
              <a:buChar char="•"/>
            </a:pPr>
            <a:r>
              <a:rPr b="0" lang="en-US" sz="1600" spc="-1" strike="noStrike">
                <a:solidFill>
                  <a:srgbClr val="202124"/>
                </a:solidFill>
                <a:latin typeface="Arial MT"/>
              </a:rPr>
              <a:t>Automatically calculate verified volunteer hours.</a:t>
            </a:r>
            <a:endParaRPr b="0" lang="en-US" sz="1600" spc="-1" strike="noStrike">
              <a:solidFill>
                <a:srgbClr val="000000"/>
              </a:solidFill>
              <a:latin typeface="Arial"/>
            </a:endParaRPr>
          </a:p>
          <a:p>
            <a:pPr marL="285840" indent="-285840">
              <a:lnSpc>
                <a:spcPct val="100000"/>
              </a:lnSpc>
              <a:spcBef>
                <a:spcPts val="901"/>
              </a:spcBef>
              <a:buClr>
                <a:srgbClr val="202124"/>
              </a:buClr>
              <a:buFont typeface="Arial"/>
              <a:buChar char="•"/>
            </a:pPr>
            <a:r>
              <a:rPr b="0" lang="en-US" sz="1600" spc="-1" strike="noStrike">
                <a:solidFill>
                  <a:srgbClr val="202124"/>
                </a:solidFill>
                <a:latin typeface="Arial MT"/>
              </a:rPr>
              <a:t>Generate participation certificates for eligible volunteers.</a:t>
            </a:r>
            <a:endParaRPr b="0" lang="en-US" sz="1600" spc="-1" strike="noStrike">
              <a:solidFill>
                <a:srgbClr val="000000"/>
              </a:solidFill>
              <a:latin typeface="Arial"/>
            </a:endParaRPr>
          </a:p>
          <a:p>
            <a:pPr marL="285840" indent="-285840">
              <a:lnSpc>
                <a:spcPct val="100000"/>
              </a:lnSpc>
              <a:spcBef>
                <a:spcPts val="901"/>
              </a:spcBef>
              <a:buClr>
                <a:srgbClr val="202124"/>
              </a:buClr>
              <a:buFont typeface="Arial"/>
              <a:buChar char="•"/>
            </a:pPr>
            <a:r>
              <a:rPr b="0" lang="en-US" sz="1600" spc="-1" strike="noStrike">
                <a:solidFill>
                  <a:srgbClr val="202124"/>
                </a:solidFill>
                <a:latin typeface="Arial MT"/>
              </a:rPr>
              <a:t>Maintain transparent CSR participation records.</a:t>
            </a:r>
            <a:endParaRPr b="0" lang="en-US" sz="1600" spc="-1" strike="noStrike">
              <a:solidFill>
                <a:srgbClr val="000000"/>
              </a:solidFill>
              <a:latin typeface="Arial"/>
            </a:endParaRPr>
          </a:p>
        </p:txBody>
      </p:sp>
      <p:sp>
        <p:nvSpPr>
          <p:cNvPr id="60" name="object 4"/>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ndParaRPr>
          </a:p>
        </p:txBody>
      </p:sp>
      <p:sp>
        <p:nvSpPr>
          <p:cNvPr id="61" name="PlaceHolder 2"/>
          <p:cNvSpPr>
            <a:spLocks noGrp="1"/>
          </p:cNvSpPr>
          <p:nvPr>
            <p:ph type="sldNum" idx="18"/>
          </p:nvPr>
        </p:nvSpPr>
        <p:spPr>
          <a:xfrm>
            <a:off x="11361960" y="6542280"/>
            <a:ext cx="216360" cy="3979440"/>
          </a:xfrm>
          <a:prstGeom prst="rect">
            <a:avLst/>
          </a:prstGeom>
          <a:noFill/>
          <a:ln w="0">
            <a:noFill/>
          </a:ln>
        </p:spPr>
        <p:txBody>
          <a:bodyPr lIns="0" rIns="0" tIns="1800" bIns="0" anchor="t">
            <a:noAutofit/>
          </a:bodyPr>
          <a:lstStyle>
            <a:lvl1pPr marL="101520" indent="0">
              <a:lnSpc>
                <a:spcPct val="100000"/>
              </a:lnSpc>
              <a:spcBef>
                <a:spcPts val="14"/>
              </a:spcBef>
              <a:buNone/>
              <a:defRPr b="0" lang="en-US" sz="900" spc="-52" strike="noStrike">
                <a:solidFill>
                  <a:srgbClr val="667085"/>
                </a:solidFill>
                <a:latin typeface="Arial MT"/>
              </a:defRPr>
            </a:lvl1pPr>
          </a:lstStyle>
          <a:p>
            <a:pPr marL="101520" indent="0">
              <a:lnSpc>
                <a:spcPct val="100000"/>
              </a:lnSpc>
              <a:spcBef>
                <a:spcPts val="14"/>
              </a:spcBef>
              <a:buNone/>
            </a:pPr>
            <a:r>
              <a:rPr b="0" lang="en-US" sz="900" spc="-52" strike="noStrike">
                <a:solidFill>
                  <a:srgbClr val="667085"/>
                </a:solidFill>
                <a:latin typeface="Arial MT"/>
              </a:rPr>
              <a:t>5</a:t>
            </a:r>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667440" y="331200"/>
            <a:ext cx="10856880" cy="1157760"/>
          </a:xfrm>
          <a:prstGeom prst="rect">
            <a:avLst/>
          </a:prstGeom>
          <a:noFill/>
          <a:ln w="0">
            <a:noFill/>
          </a:ln>
        </p:spPr>
        <p:txBody>
          <a:bodyPr lIns="0" rIns="0" tIns="12600" bIns="0" anchor="t">
            <a:noAutofit/>
          </a:bodyPr>
          <a:p>
            <a:pPr marL="12600" indent="0">
              <a:lnSpc>
                <a:spcPct val="100000"/>
              </a:lnSpc>
              <a:spcBef>
                <a:spcPts val="99"/>
              </a:spcBef>
              <a:buNone/>
            </a:pPr>
            <a:r>
              <a:rPr b="1" lang="en-US" sz="2800" spc="-12" strike="noStrike">
                <a:solidFill>
                  <a:srgbClr val="17365d"/>
                </a:solidFill>
                <a:latin typeface="Arial"/>
              </a:rPr>
              <a:t>Requirements</a:t>
            </a:r>
            <a:endParaRPr b="0" lang="en-US" sz="2800" spc="-1" strike="noStrike">
              <a:solidFill>
                <a:srgbClr val="000000"/>
              </a:solidFill>
              <a:latin typeface="Calibri"/>
            </a:endParaRPr>
          </a:p>
        </p:txBody>
      </p:sp>
      <p:sp>
        <p:nvSpPr>
          <p:cNvPr id="63" name="object 3"/>
          <p:cNvSpPr/>
          <p:nvPr/>
        </p:nvSpPr>
        <p:spPr>
          <a:xfrm>
            <a:off x="896040" y="1306080"/>
            <a:ext cx="10670760" cy="950040"/>
          </a:xfrm>
          <a:prstGeom prst="rect">
            <a:avLst/>
          </a:prstGeom>
          <a:noFill/>
          <a:ln w="0">
            <a:noFill/>
          </a:ln>
        </p:spPr>
        <p:style>
          <a:lnRef idx="0"/>
          <a:fillRef idx="0"/>
          <a:effectRef idx="0"/>
          <a:fontRef idx="minor"/>
        </p:style>
        <p:txBody>
          <a:bodyPr lIns="0" rIns="0" tIns="12600" bIns="0" anchor="t">
            <a:spAutoFit/>
          </a:bodyPr>
          <a:p>
            <a:pPr marL="12600">
              <a:lnSpc>
                <a:spcPct val="100000"/>
              </a:lnSpc>
            </a:pPr>
            <a:r>
              <a:rPr b="1" lang="en-US" sz="1700" spc="-1" strike="noStrike">
                <a:solidFill>
                  <a:srgbClr val="17365d"/>
                </a:solidFill>
                <a:latin typeface="Arial MT"/>
              </a:rPr>
              <a:t>Requirement Determination</a:t>
            </a:r>
            <a:endParaRPr b="0" lang="en-US" sz="1700" spc="-1" strike="noStrike">
              <a:solidFill>
                <a:srgbClr val="000000"/>
              </a:solidFill>
              <a:latin typeface="Arial"/>
            </a:endParaRPr>
          </a:p>
          <a:p>
            <a:pPr marL="12600">
              <a:lnSpc>
                <a:spcPct val="100000"/>
              </a:lnSpc>
              <a:spcBef>
                <a:spcPts val="300"/>
              </a:spcBef>
            </a:pPr>
            <a:r>
              <a:rPr b="0" lang="en-US" sz="1400" spc="-1" strike="noStrike">
                <a:solidFill>
                  <a:srgbClr val="202124"/>
                </a:solidFill>
                <a:latin typeface="Arial MT"/>
              </a:rPr>
              <a:t>Requirement determination for HelpingHands involved studying how volunteering coordination and CSR collaboration are currently handled by NGOs, corporates, and individual volunteers, and identifying the functional gaps that such informal processes leave open — particularly around trust, verification, and attendance accuracy.</a:t>
            </a:r>
            <a:endParaRPr b="0" lang="en-US" sz="1400" spc="-1" strike="noStrike">
              <a:solidFill>
                <a:srgbClr val="000000"/>
              </a:solidFill>
              <a:latin typeface="Arial"/>
            </a:endParaRPr>
          </a:p>
        </p:txBody>
      </p:sp>
      <p:sp>
        <p:nvSpPr>
          <p:cNvPr id="64" name="object 20"/>
          <p:cNvSpPr/>
          <p:nvPr/>
        </p:nvSpPr>
        <p:spPr>
          <a:xfrm>
            <a:off x="896040" y="2706120"/>
            <a:ext cx="10670760" cy="271440"/>
          </a:xfrm>
          <a:prstGeom prst="rect">
            <a:avLst/>
          </a:prstGeom>
          <a:noFill/>
          <a:ln w="0">
            <a:noFill/>
          </a:ln>
        </p:spPr>
        <p:style>
          <a:lnRef idx="0"/>
          <a:fillRef idx="0"/>
          <a:effectRef idx="0"/>
          <a:fontRef idx="minor"/>
        </p:style>
        <p:txBody>
          <a:bodyPr lIns="0" rIns="0" tIns="12600" bIns="0" anchor="t">
            <a:spAutoFit/>
          </a:bodyPr>
          <a:p>
            <a:pPr marL="12600">
              <a:lnSpc>
                <a:spcPct val="100000"/>
              </a:lnSpc>
            </a:pPr>
            <a:r>
              <a:rPr b="1" lang="en-US" sz="1700" spc="-1" strike="noStrike">
                <a:solidFill>
                  <a:srgbClr val="17365d"/>
                </a:solidFill>
                <a:latin typeface="Arial MT"/>
              </a:rPr>
              <a:t>Targeted Users</a:t>
            </a:r>
            <a:endParaRPr b="0" lang="en-US" sz="1700" spc="-1" strike="noStrike">
              <a:solidFill>
                <a:srgbClr val="000000"/>
              </a:solidFill>
              <a:latin typeface="Arial"/>
            </a:endParaRPr>
          </a:p>
        </p:txBody>
      </p:sp>
      <p:sp>
        <p:nvSpPr>
          <p:cNvPr id="65" name="object 21"/>
          <p:cNvSpPr/>
          <p:nvPr/>
        </p:nvSpPr>
        <p:spPr>
          <a:xfrm>
            <a:off x="896040" y="3066120"/>
            <a:ext cx="5149800" cy="1247400"/>
          </a:xfrm>
          <a:prstGeom prst="rect">
            <a:avLst/>
          </a:prstGeom>
          <a:noFill/>
          <a:ln w="0">
            <a:noFill/>
          </a:ln>
        </p:spPr>
        <p:style>
          <a:lnRef idx="0"/>
          <a:fillRef idx="0"/>
          <a:effectRef idx="0"/>
          <a:fontRef idx="minor"/>
        </p:style>
        <p:txBody>
          <a:bodyPr lIns="0" rIns="0" tIns="12600" bIns="0" anchor="t">
            <a:spAutoFit/>
          </a:bodyPr>
          <a:p>
            <a:pPr marL="12600">
              <a:lnSpc>
                <a:spcPct val="100000"/>
              </a:lnSpc>
            </a:pPr>
            <a:r>
              <a:rPr b="1" lang="en-US" sz="1500" spc="-1" strike="noStrike">
                <a:solidFill>
                  <a:srgbClr val="17365d"/>
                </a:solidFill>
                <a:latin typeface="Arial MT"/>
              </a:rPr>
              <a:t>Volunteer</a:t>
            </a:r>
            <a:endParaRPr b="0" lang="en-US" sz="1500" spc="-1" strike="noStrike">
              <a:solidFill>
                <a:srgbClr val="000000"/>
              </a:solidFill>
              <a:latin typeface="Arial"/>
            </a:endParaRPr>
          </a:p>
          <a:p>
            <a:pPr marL="285840" indent="-285840">
              <a:lnSpc>
                <a:spcPct val="100000"/>
              </a:lnSpc>
              <a:spcBef>
                <a:spcPts val="300"/>
              </a:spcBef>
              <a:buClr>
                <a:srgbClr val="202124"/>
              </a:buClr>
              <a:buFont typeface="Arial"/>
              <a:buChar char="•"/>
            </a:pPr>
            <a:r>
              <a:rPr b="0" lang="en-US" sz="1400" spc="-1" strike="noStrike">
                <a:solidFill>
                  <a:srgbClr val="202124"/>
                </a:solidFill>
                <a:latin typeface="Arial MT"/>
              </a:rPr>
              <a:t>Register and log in</a:t>
            </a:r>
            <a:endParaRPr b="0" lang="en-US" sz="1400" spc="-1" strike="noStrike">
              <a:solidFill>
                <a:srgbClr val="000000"/>
              </a:solidFill>
              <a:latin typeface="Arial"/>
            </a:endParaRPr>
          </a:p>
          <a:p>
            <a:pPr marL="285840" indent="-285840">
              <a:lnSpc>
                <a:spcPct val="100000"/>
              </a:lnSpc>
              <a:spcBef>
                <a:spcPts val="300"/>
              </a:spcBef>
              <a:buClr>
                <a:srgbClr val="202124"/>
              </a:buClr>
              <a:buFont typeface="Arial"/>
              <a:buChar char="•"/>
            </a:pPr>
            <a:r>
              <a:rPr b="0" lang="en-US" sz="1400" spc="-1" strike="noStrike">
                <a:solidFill>
                  <a:srgbClr val="202124"/>
                </a:solidFill>
                <a:latin typeface="Arial MT"/>
              </a:rPr>
              <a:t>Browse open volunteering requirements</a:t>
            </a:r>
            <a:endParaRPr b="0" lang="en-US" sz="1400" spc="-1" strike="noStrike">
              <a:solidFill>
                <a:srgbClr val="000000"/>
              </a:solidFill>
              <a:latin typeface="Arial"/>
            </a:endParaRPr>
          </a:p>
          <a:p>
            <a:pPr marL="285840" indent="-285840">
              <a:lnSpc>
                <a:spcPct val="100000"/>
              </a:lnSpc>
              <a:spcBef>
                <a:spcPts val="300"/>
              </a:spcBef>
              <a:buClr>
                <a:srgbClr val="202124"/>
              </a:buClr>
              <a:buFont typeface="Arial"/>
              <a:buChar char="•"/>
            </a:pPr>
            <a:r>
              <a:rPr b="0" lang="en-US" sz="1400" spc="-1" strike="noStrike">
                <a:solidFill>
                  <a:srgbClr val="202124"/>
                </a:solidFill>
                <a:latin typeface="Arial MT"/>
              </a:rPr>
              <a:t>Apply to a requirement and track application status</a:t>
            </a:r>
            <a:endParaRPr b="0" lang="en-US" sz="1400" spc="-1" strike="noStrike">
              <a:solidFill>
                <a:srgbClr val="000000"/>
              </a:solidFill>
              <a:latin typeface="Arial"/>
            </a:endParaRPr>
          </a:p>
          <a:p>
            <a:pPr marL="285840" indent="-285840">
              <a:lnSpc>
                <a:spcPct val="100000"/>
              </a:lnSpc>
              <a:spcBef>
                <a:spcPts val="300"/>
              </a:spcBef>
              <a:buClr>
                <a:srgbClr val="202124"/>
              </a:buClr>
              <a:buFont typeface="Arial"/>
              <a:buChar char="•"/>
            </a:pPr>
            <a:r>
              <a:rPr b="0" lang="en-US" sz="1400" spc="-1" strike="noStrike">
                <a:solidFill>
                  <a:srgbClr val="202124"/>
                </a:solidFill>
                <a:latin typeface="Arial MT"/>
              </a:rPr>
              <a:t>Perform GPS check-in and check-out</a:t>
            </a:r>
            <a:endParaRPr b="0" lang="en-US" sz="1400" spc="-1" strike="noStrike">
              <a:solidFill>
                <a:srgbClr val="000000"/>
              </a:solidFill>
              <a:latin typeface="Arial"/>
            </a:endParaRPr>
          </a:p>
        </p:txBody>
      </p:sp>
      <p:sp>
        <p:nvSpPr>
          <p:cNvPr id="66" name="object 22"/>
          <p:cNvSpPr/>
          <p:nvPr/>
        </p:nvSpPr>
        <p:spPr>
          <a:xfrm>
            <a:off x="6415920" y="3066120"/>
            <a:ext cx="5149800" cy="1460880"/>
          </a:xfrm>
          <a:prstGeom prst="rect">
            <a:avLst/>
          </a:prstGeom>
          <a:noFill/>
          <a:ln w="0">
            <a:noFill/>
          </a:ln>
        </p:spPr>
        <p:style>
          <a:lnRef idx="0"/>
          <a:fillRef idx="0"/>
          <a:effectRef idx="0"/>
          <a:fontRef idx="minor"/>
        </p:style>
        <p:txBody>
          <a:bodyPr lIns="0" rIns="0" tIns="12600" bIns="0" anchor="t">
            <a:spAutoFit/>
          </a:bodyPr>
          <a:p>
            <a:pPr marL="12600">
              <a:lnSpc>
                <a:spcPct val="100000"/>
              </a:lnSpc>
            </a:pPr>
            <a:r>
              <a:rPr b="1" lang="en-US" sz="1500" spc="-1" strike="noStrike">
                <a:solidFill>
                  <a:srgbClr val="17365d"/>
                </a:solidFill>
                <a:latin typeface="Arial MT"/>
              </a:rPr>
              <a:t>NGO</a:t>
            </a:r>
            <a:endParaRPr b="0" lang="en-US" sz="1500" spc="-1" strike="noStrike">
              <a:solidFill>
                <a:srgbClr val="000000"/>
              </a:solidFill>
              <a:latin typeface="Arial"/>
            </a:endParaRPr>
          </a:p>
          <a:p>
            <a:pPr marL="285840" indent="-285840">
              <a:lnSpc>
                <a:spcPct val="100000"/>
              </a:lnSpc>
              <a:spcBef>
                <a:spcPts val="300"/>
              </a:spcBef>
              <a:buClr>
                <a:srgbClr val="202124"/>
              </a:buClr>
              <a:buFont typeface="Arial"/>
              <a:buChar char="•"/>
            </a:pPr>
            <a:r>
              <a:rPr b="0" lang="en-US" sz="1400" spc="-1" strike="noStrike">
                <a:solidFill>
                  <a:srgbClr val="202124"/>
                </a:solidFill>
                <a:latin typeface="Arial MT"/>
              </a:rPr>
              <a:t>Register organization details</a:t>
            </a:r>
            <a:endParaRPr b="0" lang="en-US" sz="1400" spc="-1" strike="noStrike">
              <a:solidFill>
                <a:srgbClr val="000000"/>
              </a:solidFill>
              <a:latin typeface="Arial"/>
            </a:endParaRPr>
          </a:p>
          <a:p>
            <a:pPr marL="285840" indent="-285840">
              <a:lnSpc>
                <a:spcPct val="100000"/>
              </a:lnSpc>
              <a:spcBef>
                <a:spcPts val="300"/>
              </a:spcBef>
              <a:buClr>
                <a:srgbClr val="202124"/>
              </a:buClr>
              <a:buFont typeface="Arial"/>
              <a:buChar char="•"/>
            </a:pPr>
            <a:r>
              <a:rPr b="0" lang="en-US" sz="1400" spc="-1" strike="noStrike">
                <a:solidFill>
                  <a:srgbClr val="202124"/>
                </a:solidFill>
                <a:latin typeface="Arial MT"/>
              </a:rPr>
              <a:t>Post a volunteering requirement</a:t>
            </a:r>
            <a:endParaRPr b="0" lang="en-US" sz="1400" spc="-1" strike="noStrike">
              <a:solidFill>
                <a:srgbClr val="000000"/>
              </a:solidFill>
              <a:latin typeface="Arial"/>
            </a:endParaRPr>
          </a:p>
          <a:p>
            <a:pPr marL="285840" indent="-285840">
              <a:lnSpc>
                <a:spcPct val="100000"/>
              </a:lnSpc>
              <a:spcBef>
                <a:spcPts val="300"/>
              </a:spcBef>
              <a:buClr>
                <a:srgbClr val="202124"/>
              </a:buClr>
              <a:buFont typeface="Arial"/>
              <a:buChar char="•"/>
            </a:pPr>
            <a:r>
              <a:rPr b="0" lang="en-US" sz="1400" spc="-1" strike="noStrike">
                <a:solidFill>
                  <a:srgbClr val="202124"/>
                </a:solidFill>
                <a:latin typeface="Arial MT"/>
              </a:rPr>
              <a:t>Review pending applicants and accept or reject each application</a:t>
            </a:r>
            <a:endParaRPr b="0" lang="en-US" sz="1400" spc="-1" strike="noStrike">
              <a:solidFill>
                <a:srgbClr val="000000"/>
              </a:solidFill>
              <a:latin typeface="Arial"/>
            </a:endParaRPr>
          </a:p>
          <a:p>
            <a:pPr marL="285840" indent="-285840">
              <a:lnSpc>
                <a:spcPct val="100000"/>
              </a:lnSpc>
              <a:spcBef>
                <a:spcPts val="300"/>
              </a:spcBef>
              <a:buClr>
                <a:srgbClr val="202124"/>
              </a:buClr>
              <a:buFont typeface="Arial"/>
              <a:buChar char="•"/>
            </a:pPr>
            <a:r>
              <a:rPr b="0" lang="en-US" sz="1400" spc="-1" strike="noStrike">
                <a:solidFill>
                  <a:srgbClr val="202124"/>
                </a:solidFill>
                <a:latin typeface="Arial MT"/>
              </a:rPr>
              <a:t>Monitor attendance records</a:t>
            </a:r>
            <a:endParaRPr b="0" lang="en-US" sz="1400" spc="-1" strike="noStrike">
              <a:solidFill>
                <a:srgbClr val="000000"/>
              </a:solidFill>
              <a:latin typeface="Arial"/>
            </a:endParaRPr>
          </a:p>
        </p:txBody>
      </p:sp>
      <p:sp>
        <p:nvSpPr>
          <p:cNvPr id="67" name="object 23"/>
          <p:cNvSpPr/>
          <p:nvPr/>
        </p:nvSpPr>
        <p:spPr>
          <a:xfrm>
            <a:off x="896040" y="4665960"/>
            <a:ext cx="5149800" cy="1460880"/>
          </a:xfrm>
          <a:prstGeom prst="rect">
            <a:avLst/>
          </a:prstGeom>
          <a:noFill/>
          <a:ln w="0">
            <a:noFill/>
          </a:ln>
        </p:spPr>
        <p:style>
          <a:lnRef idx="0"/>
          <a:fillRef idx="0"/>
          <a:effectRef idx="0"/>
          <a:fontRef idx="minor"/>
        </p:style>
        <p:txBody>
          <a:bodyPr lIns="0" rIns="0" tIns="12600" bIns="0" anchor="t">
            <a:spAutoFit/>
          </a:bodyPr>
          <a:p>
            <a:pPr marL="12600">
              <a:lnSpc>
                <a:spcPct val="100000"/>
              </a:lnSpc>
            </a:pPr>
            <a:r>
              <a:rPr b="1" lang="en-US" sz="1500" spc="-1" strike="noStrike">
                <a:solidFill>
                  <a:srgbClr val="17365d"/>
                </a:solidFill>
                <a:latin typeface="Arial MT"/>
              </a:rPr>
              <a:t>Company / Corporate</a:t>
            </a:r>
            <a:endParaRPr b="0" lang="en-US" sz="1500" spc="-1" strike="noStrike">
              <a:solidFill>
                <a:srgbClr val="000000"/>
              </a:solidFill>
              <a:latin typeface="Arial"/>
            </a:endParaRPr>
          </a:p>
          <a:p>
            <a:pPr marL="285840" indent="-285840">
              <a:lnSpc>
                <a:spcPct val="100000"/>
              </a:lnSpc>
              <a:spcBef>
                <a:spcPts val="300"/>
              </a:spcBef>
              <a:buClr>
                <a:srgbClr val="202124"/>
              </a:buClr>
              <a:buFont typeface="Arial"/>
              <a:buChar char="•"/>
            </a:pPr>
            <a:r>
              <a:rPr b="0" lang="en-US" sz="1400" spc="-1" strike="noStrike">
                <a:solidFill>
                  <a:srgbClr val="202124"/>
                </a:solidFill>
                <a:latin typeface="Arial MT"/>
              </a:rPr>
              <a:t>Register company details</a:t>
            </a:r>
            <a:endParaRPr b="0" lang="en-US" sz="1400" spc="-1" strike="noStrike">
              <a:solidFill>
                <a:srgbClr val="000000"/>
              </a:solidFill>
              <a:latin typeface="Arial"/>
            </a:endParaRPr>
          </a:p>
          <a:p>
            <a:pPr marL="285840" indent="-285840">
              <a:lnSpc>
                <a:spcPct val="100000"/>
              </a:lnSpc>
              <a:spcBef>
                <a:spcPts val="300"/>
              </a:spcBef>
              <a:buClr>
                <a:srgbClr val="202124"/>
              </a:buClr>
              <a:buFont typeface="Arial"/>
              <a:buChar char="•"/>
            </a:pPr>
            <a:r>
              <a:rPr b="0" lang="en-US" sz="1400" spc="-1" strike="noStrike">
                <a:solidFill>
                  <a:srgbClr val="202124"/>
                </a:solidFill>
                <a:latin typeface="Arial MT"/>
              </a:rPr>
              <a:t>Browse verified NGOs</a:t>
            </a:r>
            <a:endParaRPr b="0" lang="en-US" sz="1400" spc="-1" strike="noStrike">
              <a:solidFill>
                <a:srgbClr val="000000"/>
              </a:solidFill>
              <a:latin typeface="Arial"/>
            </a:endParaRPr>
          </a:p>
          <a:p>
            <a:pPr marL="285840" indent="-285840">
              <a:lnSpc>
                <a:spcPct val="100000"/>
              </a:lnSpc>
              <a:spcBef>
                <a:spcPts val="300"/>
              </a:spcBef>
              <a:buClr>
                <a:srgbClr val="202124"/>
              </a:buClr>
              <a:buFont typeface="Arial"/>
              <a:buChar char="•"/>
            </a:pPr>
            <a:r>
              <a:rPr b="0" lang="en-US" sz="1400" spc="-1" strike="noStrike">
                <a:solidFill>
                  <a:srgbClr val="202124"/>
                </a:solidFill>
                <a:latin typeface="Arial MT"/>
              </a:rPr>
              <a:t>Submit a CSR pledge</a:t>
            </a:r>
            <a:endParaRPr b="0" lang="en-US" sz="1400" spc="-1" strike="noStrike">
              <a:solidFill>
                <a:srgbClr val="000000"/>
              </a:solidFill>
              <a:latin typeface="Arial"/>
            </a:endParaRPr>
          </a:p>
          <a:p>
            <a:pPr marL="285840" indent="-285840">
              <a:lnSpc>
                <a:spcPct val="100000"/>
              </a:lnSpc>
              <a:spcBef>
                <a:spcPts val="300"/>
              </a:spcBef>
              <a:buClr>
                <a:srgbClr val="202124"/>
              </a:buClr>
              <a:buFont typeface="Arial"/>
              <a:buChar char="•"/>
            </a:pPr>
            <a:r>
              <a:rPr b="0" lang="en-US" sz="1400" spc="-1" strike="noStrike">
                <a:solidFill>
                  <a:srgbClr val="202124"/>
                </a:solidFill>
                <a:latin typeface="Arial MT"/>
              </a:rPr>
              <a:t>Complete pledged-fund payment through Razorpay in test mode</a:t>
            </a:r>
            <a:endParaRPr b="0" lang="en-US" sz="1400" spc="-1" strike="noStrike">
              <a:solidFill>
                <a:srgbClr val="000000"/>
              </a:solidFill>
              <a:latin typeface="Arial"/>
            </a:endParaRPr>
          </a:p>
        </p:txBody>
      </p:sp>
      <p:sp>
        <p:nvSpPr>
          <p:cNvPr id="68" name="object 24"/>
          <p:cNvSpPr/>
          <p:nvPr/>
        </p:nvSpPr>
        <p:spPr>
          <a:xfrm>
            <a:off x="6415920" y="4665960"/>
            <a:ext cx="5149800" cy="1636200"/>
          </a:xfrm>
          <a:prstGeom prst="rect">
            <a:avLst/>
          </a:prstGeom>
          <a:noFill/>
          <a:ln w="0">
            <a:noFill/>
          </a:ln>
        </p:spPr>
        <p:style>
          <a:lnRef idx="0"/>
          <a:fillRef idx="0"/>
          <a:effectRef idx="0"/>
          <a:fontRef idx="minor"/>
        </p:style>
        <p:txBody>
          <a:bodyPr lIns="0" rIns="0" tIns="12600" bIns="0" anchor="t">
            <a:spAutoFit/>
          </a:bodyPr>
          <a:p>
            <a:pPr marL="12600">
              <a:lnSpc>
                <a:spcPct val="100000"/>
              </a:lnSpc>
            </a:pPr>
            <a:r>
              <a:rPr b="1" lang="en-US" sz="1500" spc="-1" strike="noStrike">
                <a:solidFill>
                  <a:srgbClr val="17365d"/>
                </a:solidFill>
                <a:latin typeface="Arial MT"/>
              </a:rPr>
              <a:t>Platform Operator</a:t>
            </a:r>
            <a:endParaRPr b="0" lang="en-US" sz="1500" spc="-1" strike="noStrike">
              <a:solidFill>
                <a:srgbClr val="000000"/>
              </a:solidFill>
              <a:latin typeface="Arial"/>
            </a:endParaRPr>
          </a:p>
          <a:p>
            <a:pPr marL="12600">
              <a:lnSpc>
                <a:spcPct val="100000"/>
              </a:lnSpc>
              <a:spcBef>
                <a:spcPts val="300"/>
              </a:spcBef>
            </a:pPr>
            <a:r>
              <a:rPr b="0" lang="en-US" sz="1400" spc="-1" strike="noStrike">
                <a:solidFill>
                  <a:srgbClr val="202124"/>
                </a:solidFill>
                <a:latin typeface="Arial MT"/>
              </a:rPr>
              <a:t>The Platform Operator is not an application user and does not log into HelpingHands.</a:t>
            </a:r>
            <a:endParaRPr b="0" lang="en-US" sz="1400" spc="-1" strike="noStrike">
              <a:solidFill>
                <a:srgbClr val="000000"/>
              </a:solidFill>
              <a:latin typeface="Arial"/>
            </a:endParaRPr>
          </a:p>
          <a:p>
            <a:pPr marL="285840" indent="-285840">
              <a:lnSpc>
                <a:spcPct val="100000"/>
              </a:lnSpc>
              <a:spcBef>
                <a:spcPts val="300"/>
              </a:spcBef>
              <a:buClr>
                <a:srgbClr val="202124"/>
              </a:buClr>
              <a:buFont typeface="Arial"/>
              <a:buChar char="•"/>
            </a:pPr>
            <a:r>
              <a:rPr b="0" lang="en-US" sz="1400" spc="-1" strike="noStrike">
                <a:solidFill>
                  <a:srgbClr val="202124"/>
                </a:solidFill>
                <a:latin typeface="Arial MT"/>
              </a:rPr>
              <a:t>Review pending NGO and Corporate registrations in the Supabase Table Editor.</a:t>
            </a:r>
            <a:endParaRPr b="0" lang="en-US" sz="1400" spc="-1" strike="noStrike">
              <a:solidFill>
                <a:srgbClr val="000000"/>
              </a:solidFill>
              <a:latin typeface="Arial"/>
            </a:endParaRPr>
          </a:p>
          <a:p>
            <a:pPr marL="285840" indent="-285840">
              <a:lnSpc>
                <a:spcPct val="100000"/>
              </a:lnSpc>
              <a:spcBef>
                <a:spcPts val="300"/>
              </a:spcBef>
              <a:buClr>
                <a:srgbClr val="202124"/>
              </a:buClr>
              <a:buFont typeface="Arial"/>
              <a:buChar char="•"/>
            </a:pPr>
            <a:r>
              <a:rPr b="0" lang="en-US" sz="1400" spc="-1" strike="noStrike">
                <a:solidFill>
                  <a:srgbClr val="202124"/>
                </a:solidFill>
                <a:latin typeface="Arial MT"/>
              </a:rPr>
              <a:t>Approve, reject, or suspend an organization by editing its verification_status field.</a:t>
            </a:r>
            <a:endParaRPr b="0" lang="en-US" sz="1400" spc="-1" strike="noStrike">
              <a:solidFill>
                <a:srgbClr val="000000"/>
              </a:solidFill>
              <a:latin typeface="Arial"/>
            </a:endParaRPr>
          </a:p>
        </p:txBody>
      </p:sp>
      <p:sp>
        <p:nvSpPr>
          <p:cNvPr id="69" name="object 4"/>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ndParaRPr>
          </a:p>
        </p:txBody>
      </p:sp>
      <p:sp>
        <p:nvSpPr>
          <p:cNvPr id="70" name="PlaceHolder 2"/>
          <p:cNvSpPr>
            <a:spLocks noGrp="1"/>
          </p:cNvSpPr>
          <p:nvPr>
            <p:ph type="sldNum" idx="19"/>
          </p:nvPr>
        </p:nvSpPr>
        <p:spPr>
          <a:xfrm>
            <a:off x="11361960" y="6542280"/>
            <a:ext cx="216360" cy="3979440"/>
          </a:xfrm>
          <a:prstGeom prst="rect">
            <a:avLst/>
          </a:prstGeom>
          <a:noFill/>
          <a:ln w="0">
            <a:noFill/>
          </a:ln>
        </p:spPr>
        <p:txBody>
          <a:bodyPr lIns="0" rIns="0" tIns="1800" bIns="0" anchor="t">
            <a:noAutofit/>
          </a:bodyPr>
          <a:lstStyle>
            <a:lvl1pPr marL="101520" indent="0">
              <a:lnSpc>
                <a:spcPct val="100000"/>
              </a:lnSpc>
              <a:spcBef>
                <a:spcPts val="14"/>
              </a:spcBef>
              <a:buNone/>
              <a:defRPr b="0" lang="en-US" sz="900" spc="-52" strike="noStrike">
                <a:solidFill>
                  <a:srgbClr val="667085"/>
                </a:solidFill>
                <a:latin typeface="Arial MT"/>
              </a:defRPr>
            </a:lvl1pPr>
          </a:lstStyle>
          <a:p>
            <a:pPr marL="101520" indent="0">
              <a:lnSpc>
                <a:spcPct val="100000"/>
              </a:lnSpc>
              <a:spcBef>
                <a:spcPts val="14"/>
              </a:spcBef>
              <a:buNone/>
            </a:pPr>
            <a:fld id="{08C0AD0A-8F41-49EF-9EC0-AD36F67E86B4}" type="slidenum">
              <a:rPr b="0" lang="en-US" sz="900" spc="-52" strike="noStrike">
                <a:solidFill>
                  <a:srgbClr val="667085"/>
                </a:solidFill>
                <a:latin typeface="Arial MT"/>
              </a:rPr>
              <a:t>&lt;number&gt;</a:t>
            </a:fld>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71" name="object 2"/>
          <p:cNvSpPr/>
          <p:nvPr/>
        </p:nvSpPr>
        <p:spPr>
          <a:xfrm>
            <a:off x="667440" y="331200"/>
            <a:ext cx="954000" cy="86616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1" lang="en-US" sz="2800" spc="-21" strike="noStrike">
                <a:solidFill>
                  <a:srgbClr val="17365d"/>
                </a:solidFill>
                <a:latin typeface="Arial"/>
              </a:rPr>
              <a:t>Flow </a:t>
            </a:r>
            <a:r>
              <a:rPr b="1" lang="en-US" sz="2800" spc="-12" strike="noStrike">
                <a:solidFill>
                  <a:srgbClr val="17365d"/>
                </a:solidFill>
                <a:latin typeface="Arial"/>
              </a:rPr>
              <a:t>Chart</a:t>
            </a:r>
            <a:endParaRPr b="0" lang="en-US" sz="2800" spc="-1" strike="noStrike">
              <a:solidFill>
                <a:srgbClr val="000000"/>
              </a:solidFill>
              <a:latin typeface="Arial"/>
            </a:endParaRPr>
          </a:p>
        </p:txBody>
      </p:sp>
      <p:grpSp>
        <p:nvGrpSpPr>
          <p:cNvPr id="72" name="object 3"/>
          <p:cNvGrpSpPr/>
          <p:nvPr/>
        </p:nvGrpSpPr>
        <p:grpSpPr>
          <a:xfrm>
            <a:off x="685800" y="1325880"/>
            <a:ext cx="10789560" cy="3840120"/>
            <a:chOff x="685800" y="1325880"/>
            <a:chExt cx="10789560" cy="3840120"/>
          </a:xfrm>
        </p:grpSpPr>
        <p:sp>
          <p:nvSpPr>
            <p:cNvPr id="73" name="object 4"/>
            <p:cNvSpPr/>
            <p:nvPr/>
          </p:nvSpPr>
          <p:spPr>
            <a:xfrm>
              <a:off x="685800" y="1325880"/>
              <a:ext cx="10789560" cy="3840120"/>
            </a:xfrm>
            <a:custGeom>
              <a:avLst/>
              <a:gdLst>
                <a:gd name="textAreaLeft" fmla="*/ 0 w 10789560"/>
                <a:gd name="textAreaRight" fmla="*/ 10789920 w 10789560"/>
                <a:gd name="textAreaTop" fmla="*/ 0 h 3840120"/>
                <a:gd name="textAreaBottom" fmla="*/ 3840480 h 3840120"/>
              </a:gdLst>
              <a:ahLst/>
              <a:rect l="textAreaLeft" t="textAreaTop" r="textAreaRight" b="textAreaBottom"/>
              <a:pathLst>
                <a:path w="10789920" h="3840479">
                  <a:moveTo>
                    <a:pt x="10149827" y="3840479"/>
                  </a:moveTo>
                  <a:lnTo>
                    <a:pt x="640092" y="3840479"/>
                  </a:lnTo>
                  <a:lnTo>
                    <a:pt x="592321" y="3838724"/>
                  </a:lnTo>
                  <a:lnTo>
                    <a:pt x="545504" y="3833539"/>
                  </a:lnTo>
                  <a:lnTo>
                    <a:pt x="499764" y="3825050"/>
                  </a:lnTo>
                  <a:lnTo>
                    <a:pt x="455225" y="3813379"/>
                  </a:lnTo>
                  <a:lnTo>
                    <a:pt x="412011" y="3798650"/>
                  </a:lnTo>
                  <a:lnTo>
                    <a:pt x="370245" y="3780988"/>
                  </a:lnTo>
                  <a:lnTo>
                    <a:pt x="330052" y="3760515"/>
                  </a:lnTo>
                  <a:lnTo>
                    <a:pt x="291555" y="3737357"/>
                  </a:lnTo>
                  <a:lnTo>
                    <a:pt x="254878" y="3711635"/>
                  </a:lnTo>
                  <a:lnTo>
                    <a:pt x="220144" y="3683476"/>
                  </a:lnTo>
                  <a:lnTo>
                    <a:pt x="187478" y="3653001"/>
                  </a:lnTo>
                  <a:lnTo>
                    <a:pt x="157003" y="3620335"/>
                  </a:lnTo>
                  <a:lnTo>
                    <a:pt x="128844" y="3585601"/>
                  </a:lnTo>
                  <a:lnTo>
                    <a:pt x="103122" y="3548924"/>
                  </a:lnTo>
                  <a:lnTo>
                    <a:pt x="79964" y="3510427"/>
                  </a:lnTo>
                  <a:lnTo>
                    <a:pt x="59491" y="3470234"/>
                  </a:lnTo>
                  <a:lnTo>
                    <a:pt x="41829" y="3428468"/>
                  </a:lnTo>
                  <a:lnTo>
                    <a:pt x="27100" y="3385254"/>
                  </a:lnTo>
                  <a:lnTo>
                    <a:pt x="15429" y="3340715"/>
                  </a:lnTo>
                  <a:lnTo>
                    <a:pt x="6940" y="3294975"/>
                  </a:lnTo>
                  <a:lnTo>
                    <a:pt x="1755" y="3248158"/>
                  </a:lnTo>
                  <a:lnTo>
                    <a:pt x="0" y="3200387"/>
                  </a:lnTo>
                  <a:lnTo>
                    <a:pt x="0" y="640092"/>
                  </a:lnTo>
                  <a:lnTo>
                    <a:pt x="1755" y="592321"/>
                  </a:lnTo>
                  <a:lnTo>
                    <a:pt x="6940" y="545504"/>
                  </a:lnTo>
                  <a:lnTo>
                    <a:pt x="15429" y="499764"/>
                  </a:lnTo>
                  <a:lnTo>
                    <a:pt x="27100" y="455225"/>
                  </a:lnTo>
                  <a:lnTo>
                    <a:pt x="41829" y="412011"/>
                  </a:lnTo>
                  <a:lnTo>
                    <a:pt x="59491" y="370245"/>
                  </a:lnTo>
                  <a:lnTo>
                    <a:pt x="79964" y="330052"/>
                  </a:lnTo>
                  <a:lnTo>
                    <a:pt x="103122" y="291555"/>
                  </a:lnTo>
                  <a:lnTo>
                    <a:pt x="128844" y="254878"/>
                  </a:lnTo>
                  <a:lnTo>
                    <a:pt x="157003" y="220144"/>
                  </a:lnTo>
                  <a:lnTo>
                    <a:pt x="187478" y="187478"/>
                  </a:lnTo>
                  <a:lnTo>
                    <a:pt x="220144" y="157003"/>
                  </a:lnTo>
                  <a:lnTo>
                    <a:pt x="254878" y="128844"/>
                  </a:lnTo>
                  <a:lnTo>
                    <a:pt x="291555" y="103122"/>
                  </a:lnTo>
                  <a:lnTo>
                    <a:pt x="330052" y="79964"/>
                  </a:lnTo>
                  <a:lnTo>
                    <a:pt x="370245" y="59491"/>
                  </a:lnTo>
                  <a:lnTo>
                    <a:pt x="412011" y="41829"/>
                  </a:lnTo>
                  <a:lnTo>
                    <a:pt x="455225" y="27100"/>
                  </a:lnTo>
                  <a:lnTo>
                    <a:pt x="499764" y="15429"/>
                  </a:lnTo>
                  <a:lnTo>
                    <a:pt x="545504" y="6940"/>
                  </a:lnTo>
                  <a:lnTo>
                    <a:pt x="592321" y="1755"/>
                  </a:lnTo>
                  <a:lnTo>
                    <a:pt x="640092" y="0"/>
                  </a:lnTo>
                  <a:lnTo>
                    <a:pt x="10149827" y="0"/>
                  </a:lnTo>
                  <a:lnTo>
                    <a:pt x="10200511" y="2008"/>
                  </a:lnTo>
                  <a:lnTo>
                    <a:pt x="10250564" y="7973"/>
                  </a:lnTo>
                  <a:lnTo>
                    <a:pt x="10299769" y="17807"/>
                  </a:lnTo>
                  <a:lnTo>
                    <a:pt x="10347913" y="31420"/>
                  </a:lnTo>
                  <a:lnTo>
                    <a:pt x="10394780" y="48724"/>
                  </a:lnTo>
                  <a:lnTo>
                    <a:pt x="10440155" y="69628"/>
                  </a:lnTo>
                  <a:lnTo>
                    <a:pt x="10483824" y="94045"/>
                  </a:lnTo>
                  <a:lnTo>
                    <a:pt x="10525571" y="121885"/>
                  </a:lnTo>
                  <a:lnTo>
                    <a:pt x="10565181" y="153059"/>
                  </a:lnTo>
                  <a:lnTo>
                    <a:pt x="10602441" y="187478"/>
                  </a:lnTo>
                  <a:lnTo>
                    <a:pt x="10636860" y="224738"/>
                  </a:lnTo>
                  <a:lnTo>
                    <a:pt x="10668034" y="264349"/>
                  </a:lnTo>
                  <a:lnTo>
                    <a:pt x="10695874" y="306096"/>
                  </a:lnTo>
                  <a:lnTo>
                    <a:pt x="10720291" y="349764"/>
                  </a:lnTo>
                  <a:lnTo>
                    <a:pt x="10741195" y="395139"/>
                  </a:lnTo>
                  <a:lnTo>
                    <a:pt x="10758499" y="442006"/>
                  </a:lnTo>
                  <a:lnTo>
                    <a:pt x="10772112" y="490150"/>
                  </a:lnTo>
                  <a:lnTo>
                    <a:pt x="10781946" y="539355"/>
                  </a:lnTo>
                  <a:lnTo>
                    <a:pt x="10787911" y="589408"/>
                  </a:lnTo>
                  <a:lnTo>
                    <a:pt x="10789919" y="640092"/>
                  </a:lnTo>
                  <a:lnTo>
                    <a:pt x="10789919" y="3200387"/>
                  </a:lnTo>
                  <a:lnTo>
                    <a:pt x="10788164" y="3248158"/>
                  </a:lnTo>
                  <a:lnTo>
                    <a:pt x="10782979" y="3294975"/>
                  </a:lnTo>
                  <a:lnTo>
                    <a:pt x="10774490" y="3340715"/>
                  </a:lnTo>
                  <a:lnTo>
                    <a:pt x="10762819" y="3385254"/>
                  </a:lnTo>
                  <a:lnTo>
                    <a:pt x="10748090" y="3428468"/>
                  </a:lnTo>
                  <a:lnTo>
                    <a:pt x="10730428" y="3470234"/>
                  </a:lnTo>
                  <a:lnTo>
                    <a:pt x="10709955" y="3510427"/>
                  </a:lnTo>
                  <a:lnTo>
                    <a:pt x="10686797" y="3548924"/>
                  </a:lnTo>
                  <a:lnTo>
                    <a:pt x="10661075" y="3585601"/>
                  </a:lnTo>
                  <a:lnTo>
                    <a:pt x="10632915" y="3620335"/>
                  </a:lnTo>
                  <a:lnTo>
                    <a:pt x="10602441" y="3653001"/>
                  </a:lnTo>
                  <a:lnTo>
                    <a:pt x="10569775" y="3683476"/>
                  </a:lnTo>
                  <a:lnTo>
                    <a:pt x="10535041" y="3711635"/>
                  </a:lnTo>
                  <a:lnTo>
                    <a:pt x="10498364" y="3737357"/>
                  </a:lnTo>
                  <a:lnTo>
                    <a:pt x="10459867" y="3760515"/>
                  </a:lnTo>
                  <a:lnTo>
                    <a:pt x="10419674" y="3780988"/>
                  </a:lnTo>
                  <a:lnTo>
                    <a:pt x="10377908" y="3798650"/>
                  </a:lnTo>
                  <a:lnTo>
                    <a:pt x="10334694" y="3813379"/>
                  </a:lnTo>
                  <a:lnTo>
                    <a:pt x="10290155" y="3825050"/>
                  </a:lnTo>
                  <a:lnTo>
                    <a:pt x="10244415" y="3833539"/>
                  </a:lnTo>
                  <a:lnTo>
                    <a:pt x="10197598" y="3838724"/>
                  </a:lnTo>
                  <a:lnTo>
                    <a:pt x="10149827" y="3840479"/>
                  </a:lnTo>
                  <a:close/>
                </a:path>
              </a:pathLst>
            </a:custGeom>
            <a:solidFill>
              <a:srgbClr val="f3f6fa"/>
            </a:solidFill>
            <a:ln w="0">
              <a:noFill/>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ndParaRPr>
            </a:p>
          </p:txBody>
        </p:sp>
        <p:sp>
          <p:nvSpPr>
            <p:cNvPr id="74" name="object 5"/>
            <p:cNvSpPr/>
            <p:nvPr/>
          </p:nvSpPr>
          <p:spPr>
            <a:xfrm>
              <a:off x="685800" y="1325880"/>
              <a:ext cx="10789560" cy="3840120"/>
            </a:xfrm>
            <a:custGeom>
              <a:avLst/>
              <a:gdLst>
                <a:gd name="textAreaLeft" fmla="*/ 0 w 10789560"/>
                <a:gd name="textAreaRight" fmla="*/ 10789920 w 10789560"/>
                <a:gd name="textAreaTop" fmla="*/ 0 h 3840120"/>
                <a:gd name="textAreaBottom" fmla="*/ 3840480 h 3840120"/>
              </a:gdLst>
              <a:ahLst/>
              <a:rect l="textAreaLeft" t="textAreaTop" r="textAreaRight" b="textAreaBottom"/>
              <a:pathLst>
                <a:path w="10789920" h="3840479">
                  <a:moveTo>
                    <a:pt x="0" y="640092"/>
                  </a:moveTo>
                  <a:lnTo>
                    <a:pt x="1755" y="592321"/>
                  </a:lnTo>
                  <a:lnTo>
                    <a:pt x="6940" y="545504"/>
                  </a:lnTo>
                  <a:lnTo>
                    <a:pt x="15429" y="499764"/>
                  </a:lnTo>
                  <a:lnTo>
                    <a:pt x="27100" y="455225"/>
                  </a:lnTo>
                  <a:lnTo>
                    <a:pt x="41829" y="412011"/>
                  </a:lnTo>
                  <a:lnTo>
                    <a:pt x="59491" y="370245"/>
                  </a:lnTo>
                  <a:lnTo>
                    <a:pt x="79964" y="330052"/>
                  </a:lnTo>
                  <a:lnTo>
                    <a:pt x="103122" y="291555"/>
                  </a:lnTo>
                  <a:lnTo>
                    <a:pt x="128844" y="254878"/>
                  </a:lnTo>
                  <a:lnTo>
                    <a:pt x="157003" y="220144"/>
                  </a:lnTo>
                  <a:lnTo>
                    <a:pt x="187478" y="187478"/>
                  </a:lnTo>
                  <a:lnTo>
                    <a:pt x="220144" y="157003"/>
                  </a:lnTo>
                  <a:lnTo>
                    <a:pt x="254878" y="128844"/>
                  </a:lnTo>
                  <a:lnTo>
                    <a:pt x="291555" y="103122"/>
                  </a:lnTo>
                  <a:lnTo>
                    <a:pt x="330052" y="79964"/>
                  </a:lnTo>
                  <a:lnTo>
                    <a:pt x="370245" y="59491"/>
                  </a:lnTo>
                  <a:lnTo>
                    <a:pt x="412011" y="41829"/>
                  </a:lnTo>
                  <a:lnTo>
                    <a:pt x="455225" y="27100"/>
                  </a:lnTo>
                  <a:lnTo>
                    <a:pt x="499764" y="15429"/>
                  </a:lnTo>
                  <a:lnTo>
                    <a:pt x="545504" y="6940"/>
                  </a:lnTo>
                  <a:lnTo>
                    <a:pt x="592321" y="1755"/>
                  </a:lnTo>
                  <a:lnTo>
                    <a:pt x="640092" y="0"/>
                  </a:lnTo>
                  <a:lnTo>
                    <a:pt x="10149827" y="0"/>
                  </a:lnTo>
                  <a:lnTo>
                    <a:pt x="10200511" y="2008"/>
                  </a:lnTo>
                  <a:lnTo>
                    <a:pt x="10250564" y="7973"/>
                  </a:lnTo>
                  <a:lnTo>
                    <a:pt x="10299769" y="17807"/>
                  </a:lnTo>
                  <a:lnTo>
                    <a:pt x="10347913" y="31420"/>
                  </a:lnTo>
                  <a:lnTo>
                    <a:pt x="10394780" y="48724"/>
                  </a:lnTo>
                  <a:lnTo>
                    <a:pt x="10440155" y="69628"/>
                  </a:lnTo>
                  <a:lnTo>
                    <a:pt x="10483824" y="94045"/>
                  </a:lnTo>
                  <a:lnTo>
                    <a:pt x="10525571" y="121885"/>
                  </a:lnTo>
                  <a:lnTo>
                    <a:pt x="10565181" y="153059"/>
                  </a:lnTo>
                  <a:lnTo>
                    <a:pt x="10602441" y="187478"/>
                  </a:lnTo>
                  <a:lnTo>
                    <a:pt x="10636860" y="224738"/>
                  </a:lnTo>
                  <a:lnTo>
                    <a:pt x="10668034" y="264349"/>
                  </a:lnTo>
                  <a:lnTo>
                    <a:pt x="10695874" y="306096"/>
                  </a:lnTo>
                  <a:lnTo>
                    <a:pt x="10720291" y="349764"/>
                  </a:lnTo>
                  <a:lnTo>
                    <a:pt x="10741195" y="395139"/>
                  </a:lnTo>
                  <a:lnTo>
                    <a:pt x="10758499" y="442006"/>
                  </a:lnTo>
                  <a:lnTo>
                    <a:pt x="10772112" y="490150"/>
                  </a:lnTo>
                  <a:lnTo>
                    <a:pt x="10781946" y="539355"/>
                  </a:lnTo>
                  <a:lnTo>
                    <a:pt x="10787911" y="589408"/>
                  </a:lnTo>
                  <a:lnTo>
                    <a:pt x="10789919" y="640092"/>
                  </a:lnTo>
                  <a:lnTo>
                    <a:pt x="10789919" y="3200387"/>
                  </a:lnTo>
                  <a:lnTo>
                    <a:pt x="10788164" y="3248158"/>
                  </a:lnTo>
                  <a:lnTo>
                    <a:pt x="10782979" y="3294975"/>
                  </a:lnTo>
                  <a:lnTo>
                    <a:pt x="10774490" y="3340715"/>
                  </a:lnTo>
                  <a:lnTo>
                    <a:pt x="10762819" y="3385254"/>
                  </a:lnTo>
                  <a:lnTo>
                    <a:pt x="10748090" y="3428468"/>
                  </a:lnTo>
                  <a:lnTo>
                    <a:pt x="10730428" y="3470234"/>
                  </a:lnTo>
                  <a:lnTo>
                    <a:pt x="10709955" y="3510427"/>
                  </a:lnTo>
                  <a:lnTo>
                    <a:pt x="10686797" y="3548924"/>
                  </a:lnTo>
                  <a:lnTo>
                    <a:pt x="10661075" y="3585601"/>
                  </a:lnTo>
                  <a:lnTo>
                    <a:pt x="10632915" y="3620335"/>
                  </a:lnTo>
                  <a:lnTo>
                    <a:pt x="10602441" y="3653001"/>
                  </a:lnTo>
                  <a:lnTo>
                    <a:pt x="10569775" y="3683476"/>
                  </a:lnTo>
                  <a:lnTo>
                    <a:pt x="10535041" y="3711635"/>
                  </a:lnTo>
                  <a:lnTo>
                    <a:pt x="10498364" y="3737357"/>
                  </a:lnTo>
                  <a:lnTo>
                    <a:pt x="10459867" y="3760515"/>
                  </a:lnTo>
                  <a:lnTo>
                    <a:pt x="10419674" y="3780988"/>
                  </a:lnTo>
                  <a:lnTo>
                    <a:pt x="10377908" y="3798650"/>
                  </a:lnTo>
                  <a:lnTo>
                    <a:pt x="10334694" y="3813379"/>
                  </a:lnTo>
                  <a:lnTo>
                    <a:pt x="10290155" y="3825050"/>
                  </a:lnTo>
                  <a:lnTo>
                    <a:pt x="10244415" y="3833539"/>
                  </a:lnTo>
                  <a:lnTo>
                    <a:pt x="10197598" y="3838724"/>
                  </a:lnTo>
                  <a:lnTo>
                    <a:pt x="10149827" y="3840479"/>
                  </a:lnTo>
                  <a:lnTo>
                    <a:pt x="640092" y="3840479"/>
                  </a:lnTo>
                  <a:lnTo>
                    <a:pt x="592321" y="3838724"/>
                  </a:lnTo>
                  <a:lnTo>
                    <a:pt x="545504" y="3833539"/>
                  </a:lnTo>
                  <a:lnTo>
                    <a:pt x="499764" y="3825050"/>
                  </a:lnTo>
                  <a:lnTo>
                    <a:pt x="455225" y="3813379"/>
                  </a:lnTo>
                  <a:lnTo>
                    <a:pt x="412011" y="3798650"/>
                  </a:lnTo>
                  <a:lnTo>
                    <a:pt x="370245" y="3780988"/>
                  </a:lnTo>
                  <a:lnTo>
                    <a:pt x="330052" y="3760515"/>
                  </a:lnTo>
                  <a:lnTo>
                    <a:pt x="291555" y="3737357"/>
                  </a:lnTo>
                  <a:lnTo>
                    <a:pt x="254878" y="3711635"/>
                  </a:lnTo>
                  <a:lnTo>
                    <a:pt x="220144" y="3683476"/>
                  </a:lnTo>
                  <a:lnTo>
                    <a:pt x="187478" y="3653001"/>
                  </a:lnTo>
                  <a:lnTo>
                    <a:pt x="157003" y="3620335"/>
                  </a:lnTo>
                  <a:lnTo>
                    <a:pt x="128844" y="3585601"/>
                  </a:lnTo>
                  <a:lnTo>
                    <a:pt x="103122" y="3548924"/>
                  </a:lnTo>
                  <a:lnTo>
                    <a:pt x="79964" y="3510427"/>
                  </a:lnTo>
                  <a:lnTo>
                    <a:pt x="59491" y="3470234"/>
                  </a:lnTo>
                  <a:lnTo>
                    <a:pt x="41829" y="3428468"/>
                  </a:lnTo>
                  <a:lnTo>
                    <a:pt x="27100" y="3385254"/>
                  </a:lnTo>
                  <a:lnTo>
                    <a:pt x="15429" y="3340715"/>
                  </a:lnTo>
                  <a:lnTo>
                    <a:pt x="6940" y="3294975"/>
                  </a:lnTo>
                  <a:lnTo>
                    <a:pt x="1755" y="3248158"/>
                  </a:lnTo>
                  <a:lnTo>
                    <a:pt x="0" y="3200387"/>
                  </a:lnTo>
                  <a:lnTo>
                    <a:pt x="0" y="640092"/>
                  </a:lnTo>
                  <a:close/>
                </a:path>
              </a:pathLst>
            </a:custGeom>
            <a:noFill/>
            <a:ln w="9524">
              <a:solidFill>
                <a:srgbClr val="b7c9e1"/>
              </a:solidFill>
              <a:round/>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ndParaRPr>
            </a:p>
          </p:txBody>
        </p:sp>
      </p:grpSp>
      <p:sp>
        <p:nvSpPr>
          <p:cNvPr id="75" name="object 6"/>
          <p:cNvSpPr/>
          <p:nvPr/>
        </p:nvSpPr>
        <p:spPr>
          <a:xfrm>
            <a:off x="4019040" y="2858400"/>
            <a:ext cx="3981960" cy="564840"/>
          </a:xfrm>
          <a:prstGeom prst="rect">
            <a:avLst/>
          </a:prstGeom>
          <a:noFill/>
          <a:ln w="0">
            <a:noFill/>
          </a:ln>
        </p:spPr>
        <p:style>
          <a:lnRef idx="0"/>
          <a:fillRef idx="0"/>
          <a:effectRef idx="0"/>
          <a:fontRef idx="minor"/>
        </p:style>
        <p:txBody>
          <a:bodyPr lIns="0" rIns="0" tIns="12600" bIns="0" anchor="t">
            <a:spAutoFit/>
          </a:bodyPr>
          <a:p>
            <a:pPr algn="ctr">
              <a:lnSpc>
                <a:spcPct val="100000"/>
              </a:lnSpc>
              <a:spcBef>
                <a:spcPts val="99"/>
              </a:spcBef>
            </a:pPr>
            <a:r>
              <a:rPr b="1" lang="en-US" sz="1800" spc="-1" strike="noStrike">
                <a:solidFill>
                  <a:srgbClr val="17365d"/>
                </a:solidFill>
                <a:latin typeface="Arial"/>
                <a:hlinkClick r:id="rId1"/>
              </a:rPr>
              <a:t>Flow Chart</a:t>
            </a:r>
            <a:endParaRPr b="0" lang="en-US" sz="1800" spc="-1" strike="noStrike">
              <a:solidFill>
                <a:srgbClr val="000000"/>
              </a:solidFill>
              <a:latin typeface="Arial"/>
            </a:endParaRPr>
          </a:p>
          <a:p>
            <a:pPr algn="ctr">
              <a:lnSpc>
                <a:spcPct val="100000"/>
              </a:lnSpc>
              <a:spcBef>
                <a:spcPts val="26"/>
              </a:spcBef>
            </a:pPr>
            <a:endParaRPr b="0" lang="en-US" sz="1800" spc="-1" strike="noStrike">
              <a:solidFill>
                <a:srgbClr val="000000"/>
              </a:solidFill>
              <a:latin typeface="Arial"/>
            </a:endParaRPr>
          </a:p>
        </p:txBody>
      </p:sp>
      <p:sp>
        <p:nvSpPr>
          <p:cNvPr id="76" name="object 7"/>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ndParaRPr>
          </a:p>
        </p:txBody>
      </p:sp>
      <p:sp>
        <p:nvSpPr>
          <p:cNvPr id="77" name="object 8"/>
          <p:cNvSpPr/>
          <p:nvPr/>
        </p:nvSpPr>
        <p:spPr>
          <a:xfrm>
            <a:off x="11450880" y="6542280"/>
            <a:ext cx="89280" cy="138960"/>
          </a:xfrm>
          <a:prstGeom prst="rect">
            <a:avLst/>
          </a:prstGeom>
          <a:noFill/>
          <a:ln w="0">
            <a:noFill/>
          </a:ln>
        </p:spPr>
        <p:style>
          <a:lnRef idx="0"/>
          <a:fillRef idx="0"/>
          <a:effectRef idx="0"/>
          <a:fontRef idx="minor"/>
        </p:style>
        <p:txBody>
          <a:bodyPr lIns="0" rIns="0" tIns="1800" bIns="0" anchor="t">
            <a:spAutoFit/>
          </a:bodyPr>
          <a:p>
            <a:pPr marL="12600">
              <a:lnSpc>
                <a:spcPct val="100000"/>
              </a:lnSpc>
              <a:spcBef>
                <a:spcPts val="14"/>
              </a:spcBef>
            </a:pPr>
            <a:r>
              <a:rPr b="0" lang="en-US" sz="900" spc="-52" strike="noStrike">
                <a:solidFill>
                  <a:srgbClr val="667085"/>
                </a:solidFill>
                <a:latin typeface="Arial MT"/>
              </a:rPr>
              <a:t>8</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667440" y="331200"/>
            <a:ext cx="4587480" cy="1157760"/>
          </a:xfrm>
          <a:prstGeom prst="rect">
            <a:avLst/>
          </a:prstGeom>
          <a:noFill/>
          <a:ln w="0">
            <a:noFill/>
          </a:ln>
        </p:spPr>
        <p:txBody>
          <a:bodyPr lIns="0" rIns="0" tIns="12600" bIns="0" anchor="t">
            <a:noAutofit/>
          </a:bodyPr>
          <a:p>
            <a:pPr marL="12600" indent="0">
              <a:lnSpc>
                <a:spcPct val="100000"/>
              </a:lnSpc>
              <a:spcBef>
                <a:spcPts val="99"/>
              </a:spcBef>
              <a:buNone/>
            </a:pPr>
            <a:r>
              <a:rPr b="1" lang="en-US" sz="2800" spc="-12" strike="noStrike">
                <a:solidFill>
                  <a:srgbClr val="17365d"/>
                </a:solidFill>
                <a:latin typeface="Arial"/>
              </a:rPr>
              <a:t>System</a:t>
            </a:r>
            <a:r>
              <a:rPr b="1" lang="en-US" sz="2800" spc="-177" strike="noStrike">
                <a:solidFill>
                  <a:srgbClr val="17365d"/>
                </a:solidFill>
                <a:latin typeface="Arial"/>
              </a:rPr>
              <a:t> </a:t>
            </a:r>
            <a:r>
              <a:rPr b="1" lang="en-US" sz="2800" spc="-12" strike="noStrike">
                <a:solidFill>
                  <a:srgbClr val="17365d"/>
                </a:solidFill>
                <a:latin typeface="Arial"/>
              </a:rPr>
              <a:t>Architecture</a:t>
            </a:r>
            <a:endParaRPr b="0" lang="en-US" sz="2800" spc="-1" strike="noStrike">
              <a:solidFill>
                <a:srgbClr val="000000"/>
              </a:solidFill>
              <a:latin typeface="Calibri"/>
            </a:endParaRPr>
          </a:p>
        </p:txBody>
      </p:sp>
      <p:grpSp>
        <p:nvGrpSpPr>
          <p:cNvPr id="79" name="object 3"/>
          <p:cNvGrpSpPr/>
          <p:nvPr/>
        </p:nvGrpSpPr>
        <p:grpSpPr>
          <a:xfrm>
            <a:off x="685800" y="1325880"/>
            <a:ext cx="10789560" cy="3840120"/>
            <a:chOff x="685800" y="1325880"/>
            <a:chExt cx="10789560" cy="3840120"/>
          </a:xfrm>
        </p:grpSpPr>
        <p:sp>
          <p:nvSpPr>
            <p:cNvPr id="80" name="object 4"/>
            <p:cNvSpPr/>
            <p:nvPr/>
          </p:nvSpPr>
          <p:spPr>
            <a:xfrm>
              <a:off x="685800" y="1325880"/>
              <a:ext cx="10789560" cy="3840120"/>
            </a:xfrm>
            <a:custGeom>
              <a:avLst/>
              <a:gdLst>
                <a:gd name="textAreaLeft" fmla="*/ 0 w 10789560"/>
                <a:gd name="textAreaRight" fmla="*/ 10789920 w 10789560"/>
                <a:gd name="textAreaTop" fmla="*/ 0 h 3840120"/>
                <a:gd name="textAreaBottom" fmla="*/ 3840480 h 3840120"/>
              </a:gdLst>
              <a:ahLst/>
              <a:rect l="textAreaLeft" t="textAreaTop" r="textAreaRight" b="textAreaBottom"/>
              <a:pathLst>
                <a:path w="10789920" h="3840479">
                  <a:moveTo>
                    <a:pt x="10149827" y="3840479"/>
                  </a:moveTo>
                  <a:lnTo>
                    <a:pt x="640092" y="3840479"/>
                  </a:lnTo>
                  <a:lnTo>
                    <a:pt x="592321" y="3838724"/>
                  </a:lnTo>
                  <a:lnTo>
                    <a:pt x="545504" y="3833539"/>
                  </a:lnTo>
                  <a:lnTo>
                    <a:pt x="499764" y="3825050"/>
                  </a:lnTo>
                  <a:lnTo>
                    <a:pt x="455225" y="3813379"/>
                  </a:lnTo>
                  <a:lnTo>
                    <a:pt x="412011" y="3798650"/>
                  </a:lnTo>
                  <a:lnTo>
                    <a:pt x="370245" y="3780988"/>
                  </a:lnTo>
                  <a:lnTo>
                    <a:pt x="330052" y="3760515"/>
                  </a:lnTo>
                  <a:lnTo>
                    <a:pt x="291555" y="3737357"/>
                  </a:lnTo>
                  <a:lnTo>
                    <a:pt x="254878" y="3711635"/>
                  </a:lnTo>
                  <a:lnTo>
                    <a:pt x="220144" y="3683476"/>
                  </a:lnTo>
                  <a:lnTo>
                    <a:pt x="187478" y="3653001"/>
                  </a:lnTo>
                  <a:lnTo>
                    <a:pt x="157003" y="3620335"/>
                  </a:lnTo>
                  <a:lnTo>
                    <a:pt x="128844" y="3585601"/>
                  </a:lnTo>
                  <a:lnTo>
                    <a:pt x="103122" y="3548924"/>
                  </a:lnTo>
                  <a:lnTo>
                    <a:pt x="79964" y="3510427"/>
                  </a:lnTo>
                  <a:lnTo>
                    <a:pt x="59491" y="3470234"/>
                  </a:lnTo>
                  <a:lnTo>
                    <a:pt x="41829" y="3428468"/>
                  </a:lnTo>
                  <a:lnTo>
                    <a:pt x="27100" y="3385254"/>
                  </a:lnTo>
                  <a:lnTo>
                    <a:pt x="15429" y="3340715"/>
                  </a:lnTo>
                  <a:lnTo>
                    <a:pt x="6940" y="3294975"/>
                  </a:lnTo>
                  <a:lnTo>
                    <a:pt x="1755" y="3248158"/>
                  </a:lnTo>
                  <a:lnTo>
                    <a:pt x="0" y="3200387"/>
                  </a:lnTo>
                  <a:lnTo>
                    <a:pt x="0" y="640092"/>
                  </a:lnTo>
                  <a:lnTo>
                    <a:pt x="1755" y="592321"/>
                  </a:lnTo>
                  <a:lnTo>
                    <a:pt x="6940" y="545504"/>
                  </a:lnTo>
                  <a:lnTo>
                    <a:pt x="15429" y="499764"/>
                  </a:lnTo>
                  <a:lnTo>
                    <a:pt x="27100" y="455225"/>
                  </a:lnTo>
                  <a:lnTo>
                    <a:pt x="41829" y="412011"/>
                  </a:lnTo>
                  <a:lnTo>
                    <a:pt x="59491" y="370245"/>
                  </a:lnTo>
                  <a:lnTo>
                    <a:pt x="79964" y="330052"/>
                  </a:lnTo>
                  <a:lnTo>
                    <a:pt x="103122" y="291555"/>
                  </a:lnTo>
                  <a:lnTo>
                    <a:pt x="128844" y="254878"/>
                  </a:lnTo>
                  <a:lnTo>
                    <a:pt x="157003" y="220144"/>
                  </a:lnTo>
                  <a:lnTo>
                    <a:pt x="187478" y="187478"/>
                  </a:lnTo>
                  <a:lnTo>
                    <a:pt x="220144" y="157003"/>
                  </a:lnTo>
                  <a:lnTo>
                    <a:pt x="254878" y="128844"/>
                  </a:lnTo>
                  <a:lnTo>
                    <a:pt x="291555" y="103122"/>
                  </a:lnTo>
                  <a:lnTo>
                    <a:pt x="330052" y="79964"/>
                  </a:lnTo>
                  <a:lnTo>
                    <a:pt x="370245" y="59491"/>
                  </a:lnTo>
                  <a:lnTo>
                    <a:pt x="412011" y="41829"/>
                  </a:lnTo>
                  <a:lnTo>
                    <a:pt x="455225" y="27100"/>
                  </a:lnTo>
                  <a:lnTo>
                    <a:pt x="499764" y="15429"/>
                  </a:lnTo>
                  <a:lnTo>
                    <a:pt x="545504" y="6940"/>
                  </a:lnTo>
                  <a:lnTo>
                    <a:pt x="592321" y="1755"/>
                  </a:lnTo>
                  <a:lnTo>
                    <a:pt x="640092" y="0"/>
                  </a:lnTo>
                  <a:lnTo>
                    <a:pt x="10149827" y="0"/>
                  </a:lnTo>
                  <a:lnTo>
                    <a:pt x="10200511" y="2008"/>
                  </a:lnTo>
                  <a:lnTo>
                    <a:pt x="10250564" y="7973"/>
                  </a:lnTo>
                  <a:lnTo>
                    <a:pt x="10299769" y="17807"/>
                  </a:lnTo>
                  <a:lnTo>
                    <a:pt x="10347913" y="31420"/>
                  </a:lnTo>
                  <a:lnTo>
                    <a:pt x="10394780" y="48724"/>
                  </a:lnTo>
                  <a:lnTo>
                    <a:pt x="10440155" y="69628"/>
                  </a:lnTo>
                  <a:lnTo>
                    <a:pt x="10483824" y="94045"/>
                  </a:lnTo>
                  <a:lnTo>
                    <a:pt x="10525571" y="121885"/>
                  </a:lnTo>
                  <a:lnTo>
                    <a:pt x="10565181" y="153059"/>
                  </a:lnTo>
                  <a:lnTo>
                    <a:pt x="10602441" y="187478"/>
                  </a:lnTo>
                  <a:lnTo>
                    <a:pt x="10636860" y="224738"/>
                  </a:lnTo>
                  <a:lnTo>
                    <a:pt x="10668034" y="264349"/>
                  </a:lnTo>
                  <a:lnTo>
                    <a:pt x="10695874" y="306096"/>
                  </a:lnTo>
                  <a:lnTo>
                    <a:pt x="10720291" y="349764"/>
                  </a:lnTo>
                  <a:lnTo>
                    <a:pt x="10741195" y="395139"/>
                  </a:lnTo>
                  <a:lnTo>
                    <a:pt x="10758499" y="442006"/>
                  </a:lnTo>
                  <a:lnTo>
                    <a:pt x="10772112" y="490150"/>
                  </a:lnTo>
                  <a:lnTo>
                    <a:pt x="10781946" y="539355"/>
                  </a:lnTo>
                  <a:lnTo>
                    <a:pt x="10787911" y="589408"/>
                  </a:lnTo>
                  <a:lnTo>
                    <a:pt x="10789919" y="640092"/>
                  </a:lnTo>
                  <a:lnTo>
                    <a:pt x="10789919" y="3200387"/>
                  </a:lnTo>
                  <a:lnTo>
                    <a:pt x="10788164" y="3248158"/>
                  </a:lnTo>
                  <a:lnTo>
                    <a:pt x="10782979" y="3294975"/>
                  </a:lnTo>
                  <a:lnTo>
                    <a:pt x="10774490" y="3340715"/>
                  </a:lnTo>
                  <a:lnTo>
                    <a:pt x="10762819" y="3385254"/>
                  </a:lnTo>
                  <a:lnTo>
                    <a:pt x="10748090" y="3428468"/>
                  </a:lnTo>
                  <a:lnTo>
                    <a:pt x="10730428" y="3470234"/>
                  </a:lnTo>
                  <a:lnTo>
                    <a:pt x="10709955" y="3510427"/>
                  </a:lnTo>
                  <a:lnTo>
                    <a:pt x="10686797" y="3548924"/>
                  </a:lnTo>
                  <a:lnTo>
                    <a:pt x="10661075" y="3585601"/>
                  </a:lnTo>
                  <a:lnTo>
                    <a:pt x="10632915" y="3620335"/>
                  </a:lnTo>
                  <a:lnTo>
                    <a:pt x="10602441" y="3653001"/>
                  </a:lnTo>
                  <a:lnTo>
                    <a:pt x="10569775" y="3683476"/>
                  </a:lnTo>
                  <a:lnTo>
                    <a:pt x="10535041" y="3711635"/>
                  </a:lnTo>
                  <a:lnTo>
                    <a:pt x="10498364" y="3737357"/>
                  </a:lnTo>
                  <a:lnTo>
                    <a:pt x="10459867" y="3760515"/>
                  </a:lnTo>
                  <a:lnTo>
                    <a:pt x="10419674" y="3780988"/>
                  </a:lnTo>
                  <a:lnTo>
                    <a:pt x="10377908" y="3798650"/>
                  </a:lnTo>
                  <a:lnTo>
                    <a:pt x="10334694" y="3813379"/>
                  </a:lnTo>
                  <a:lnTo>
                    <a:pt x="10290155" y="3825050"/>
                  </a:lnTo>
                  <a:lnTo>
                    <a:pt x="10244415" y="3833539"/>
                  </a:lnTo>
                  <a:lnTo>
                    <a:pt x="10197598" y="3838724"/>
                  </a:lnTo>
                  <a:lnTo>
                    <a:pt x="10149827" y="3840479"/>
                  </a:lnTo>
                  <a:close/>
                </a:path>
              </a:pathLst>
            </a:custGeom>
            <a:solidFill>
              <a:srgbClr val="f3f6fa"/>
            </a:solidFill>
            <a:ln w="0">
              <a:noFill/>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ndParaRPr>
            </a:p>
          </p:txBody>
        </p:sp>
        <p:sp>
          <p:nvSpPr>
            <p:cNvPr id="81" name="object 5"/>
            <p:cNvSpPr/>
            <p:nvPr/>
          </p:nvSpPr>
          <p:spPr>
            <a:xfrm>
              <a:off x="685800" y="1325880"/>
              <a:ext cx="10789560" cy="3840120"/>
            </a:xfrm>
            <a:custGeom>
              <a:avLst/>
              <a:gdLst>
                <a:gd name="textAreaLeft" fmla="*/ 0 w 10789560"/>
                <a:gd name="textAreaRight" fmla="*/ 10789920 w 10789560"/>
                <a:gd name="textAreaTop" fmla="*/ 0 h 3840120"/>
                <a:gd name="textAreaBottom" fmla="*/ 3840480 h 3840120"/>
              </a:gdLst>
              <a:ahLst/>
              <a:rect l="textAreaLeft" t="textAreaTop" r="textAreaRight" b="textAreaBottom"/>
              <a:pathLst>
                <a:path w="10789920" h="3840479">
                  <a:moveTo>
                    <a:pt x="0" y="640092"/>
                  </a:moveTo>
                  <a:lnTo>
                    <a:pt x="1755" y="592321"/>
                  </a:lnTo>
                  <a:lnTo>
                    <a:pt x="6940" y="545504"/>
                  </a:lnTo>
                  <a:lnTo>
                    <a:pt x="15429" y="499764"/>
                  </a:lnTo>
                  <a:lnTo>
                    <a:pt x="27100" y="455225"/>
                  </a:lnTo>
                  <a:lnTo>
                    <a:pt x="41829" y="412011"/>
                  </a:lnTo>
                  <a:lnTo>
                    <a:pt x="59491" y="370245"/>
                  </a:lnTo>
                  <a:lnTo>
                    <a:pt x="79964" y="330052"/>
                  </a:lnTo>
                  <a:lnTo>
                    <a:pt x="103122" y="291555"/>
                  </a:lnTo>
                  <a:lnTo>
                    <a:pt x="128844" y="254878"/>
                  </a:lnTo>
                  <a:lnTo>
                    <a:pt x="157003" y="220144"/>
                  </a:lnTo>
                  <a:lnTo>
                    <a:pt x="187478" y="187478"/>
                  </a:lnTo>
                  <a:lnTo>
                    <a:pt x="220144" y="157003"/>
                  </a:lnTo>
                  <a:lnTo>
                    <a:pt x="254878" y="128844"/>
                  </a:lnTo>
                  <a:lnTo>
                    <a:pt x="291555" y="103122"/>
                  </a:lnTo>
                  <a:lnTo>
                    <a:pt x="330052" y="79964"/>
                  </a:lnTo>
                  <a:lnTo>
                    <a:pt x="370245" y="59491"/>
                  </a:lnTo>
                  <a:lnTo>
                    <a:pt x="412011" y="41829"/>
                  </a:lnTo>
                  <a:lnTo>
                    <a:pt x="455225" y="27100"/>
                  </a:lnTo>
                  <a:lnTo>
                    <a:pt x="499764" y="15429"/>
                  </a:lnTo>
                  <a:lnTo>
                    <a:pt x="545504" y="6940"/>
                  </a:lnTo>
                  <a:lnTo>
                    <a:pt x="592321" y="1755"/>
                  </a:lnTo>
                  <a:lnTo>
                    <a:pt x="640092" y="0"/>
                  </a:lnTo>
                  <a:lnTo>
                    <a:pt x="10149827" y="0"/>
                  </a:lnTo>
                  <a:lnTo>
                    <a:pt x="10200511" y="2008"/>
                  </a:lnTo>
                  <a:lnTo>
                    <a:pt x="10250564" y="7973"/>
                  </a:lnTo>
                  <a:lnTo>
                    <a:pt x="10299769" y="17807"/>
                  </a:lnTo>
                  <a:lnTo>
                    <a:pt x="10347913" y="31420"/>
                  </a:lnTo>
                  <a:lnTo>
                    <a:pt x="10394780" y="48724"/>
                  </a:lnTo>
                  <a:lnTo>
                    <a:pt x="10440155" y="69628"/>
                  </a:lnTo>
                  <a:lnTo>
                    <a:pt x="10483824" y="94045"/>
                  </a:lnTo>
                  <a:lnTo>
                    <a:pt x="10525571" y="121885"/>
                  </a:lnTo>
                  <a:lnTo>
                    <a:pt x="10565181" y="153059"/>
                  </a:lnTo>
                  <a:lnTo>
                    <a:pt x="10602441" y="187478"/>
                  </a:lnTo>
                  <a:lnTo>
                    <a:pt x="10636860" y="224738"/>
                  </a:lnTo>
                  <a:lnTo>
                    <a:pt x="10668034" y="264349"/>
                  </a:lnTo>
                  <a:lnTo>
                    <a:pt x="10695874" y="306096"/>
                  </a:lnTo>
                  <a:lnTo>
                    <a:pt x="10720291" y="349764"/>
                  </a:lnTo>
                  <a:lnTo>
                    <a:pt x="10741195" y="395139"/>
                  </a:lnTo>
                  <a:lnTo>
                    <a:pt x="10758499" y="442006"/>
                  </a:lnTo>
                  <a:lnTo>
                    <a:pt x="10772112" y="490150"/>
                  </a:lnTo>
                  <a:lnTo>
                    <a:pt x="10781946" y="539355"/>
                  </a:lnTo>
                  <a:lnTo>
                    <a:pt x="10787911" y="589408"/>
                  </a:lnTo>
                  <a:lnTo>
                    <a:pt x="10789919" y="640092"/>
                  </a:lnTo>
                  <a:lnTo>
                    <a:pt x="10789919" y="3200387"/>
                  </a:lnTo>
                  <a:lnTo>
                    <a:pt x="10788164" y="3248158"/>
                  </a:lnTo>
                  <a:lnTo>
                    <a:pt x="10782979" y="3294975"/>
                  </a:lnTo>
                  <a:lnTo>
                    <a:pt x="10774490" y="3340715"/>
                  </a:lnTo>
                  <a:lnTo>
                    <a:pt x="10762819" y="3385254"/>
                  </a:lnTo>
                  <a:lnTo>
                    <a:pt x="10748090" y="3428468"/>
                  </a:lnTo>
                  <a:lnTo>
                    <a:pt x="10730428" y="3470234"/>
                  </a:lnTo>
                  <a:lnTo>
                    <a:pt x="10709955" y="3510427"/>
                  </a:lnTo>
                  <a:lnTo>
                    <a:pt x="10686797" y="3548924"/>
                  </a:lnTo>
                  <a:lnTo>
                    <a:pt x="10661075" y="3585601"/>
                  </a:lnTo>
                  <a:lnTo>
                    <a:pt x="10632915" y="3620335"/>
                  </a:lnTo>
                  <a:lnTo>
                    <a:pt x="10602441" y="3653001"/>
                  </a:lnTo>
                  <a:lnTo>
                    <a:pt x="10569775" y="3683476"/>
                  </a:lnTo>
                  <a:lnTo>
                    <a:pt x="10535041" y="3711635"/>
                  </a:lnTo>
                  <a:lnTo>
                    <a:pt x="10498364" y="3737357"/>
                  </a:lnTo>
                  <a:lnTo>
                    <a:pt x="10459867" y="3760515"/>
                  </a:lnTo>
                  <a:lnTo>
                    <a:pt x="10419674" y="3780988"/>
                  </a:lnTo>
                  <a:lnTo>
                    <a:pt x="10377908" y="3798650"/>
                  </a:lnTo>
                  <a:lnTo>
                    <a:pt x="10334694" y="3813379"/>
                  </a:lnTo>
                  <a:lnTo>
                    <a:pt x="10290155" y="3825050"/>
                  </a:lnTo>
                  <a:lnTo>
                    <a:pt x="10244415" y="3833539"/>
                  </a:lnTo>
                  <a:lnTo>
                    <a:pt x="10197598" y="3838724"/>
                  </a:lnTo>
                  <a:lnTo>
                    <a:pt x="10149827" y="3840479"/>
                  </a:lnTo>
                  <a:lnTo>
                    <a:pt x="640092" y="3840479"/>
                  </a:lnTo>
                  <a:lnTo>
                    <a:pt x="592321" y="3838724"/>
                  </a:lnTo>
                  <a:lnTo>
                    <a:pt x="545504" y="3833539"/>
                  </a:lnTo>
                  <a:lnTo>
                    <a:pt x="499764" y="3825050"/>
                  </a:lnTo>
                  <a:lnTo>
                    <a:pt x="455225" y="3813379"/>
                  </a:lnTo>
                  <a:lnTo>
                    <a:pt x="412011" y="3798650"/>
                  </a:lnTo>
                  <a:lnTo>
                    <a:pt x="370245" y="3780988"/>
                  </a:lnTo>
                  <a:lnTo>
                    <a:pt x="330052" y="3760515"/>
                  </a:lnTo>
                  <a:lnTo>
                    <a:pt x="291555" y="3737357"/>
                  </a:lnTo>
                  <a:lnTo>
                    <a:pt x="254878" y="3711635"/>
                  </a:lnTo>
                  <a:lnTo>
                    <a:pt x="220144" y="3683476"/>
                  </a:lnTo>
                  <a:lnTo>
                    <a:pt x="187478" y="3653001"/>
                  </a:lnTo>
                  <a:lnTo>
                    <a:pt x="157003" y="3620335"/>
                  </a:lnTo>
                  <a:lnTo>
                    <a:pt x="128844" y="3585601"/>
                  </a:lnTo>
                  <a:lnTo>
                    <a:pt x="103122" y="3548924"/>
                  </a:lnTo>
                  <a:lnTo>
                    <a:pt x="79964" y="3510427"/>
                  </a:lnTo>
                  <a:lnTo>
                    <a:pt x="59491" y="3470234"/>
                  </a:lnTo>
                  <a:lnTo>
                    <a:pt x="41829" y="3428468"/>
                  </a:lnTo>
                  <a:lnTo>
                    <a:pt x="27100" y="3385254"/>
                  </a:lnTo>
                  <a:lnTo>
                    <a:pt x="15429" y="3340715"/>
                  </a:lnTo>
                  <a:lnTo>
                    <a:pt x="6940" y="3294975"/>
                  </a:lnTo>
                  <a:lnTo>
                    <a:pt x="1755" y="3248158"/>
                  </a:lnTo>
                  <a:lnTo>
                    <a:pt x="0" y="3200387"/>
                  </a:lnTo>
                  <a:lnTo>
                    <a:pt x="0" y="640092"/>
                  </a:lnTo>
                  <a:close/>
                </a:path>
              </a:pathLst>
            </a:custGeom>
            <a:noFill/>
            <a:ln w="9524">
              <a:solidFill>
                <a:srgbClr val="b7c9e1"/>
              </a:solidFill>
              <a:round/>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ndParaRPr>
            </a:p>
          </p:txBody>
        </p:sp>
      </p:grpSp>
      <p:sp>
        <p:nvSpPr>
          <p:cNvPr id="82" name="object 6"/>
          <p:cNvSpPr/>
          <p:nvPr/>
        </p:nvSpPr>
        <p:spPr>
          <a:xfrm>
            <a:off x="4960440" y="2858400"/>
            <a:ext cx="2239200" cy="287280"/>
          </a:xfrm>
          <a:prstGeom prst="rect">
            <a:avLst/>
          </a:prstGeom>
          <a:noFill/>
          <a:ln w="0">
            <a:noFill/>
          </a:ln>
        </p:spPr>
        <p:style>
          <a:lnRef idx="0"/>
          <a:fillRef idx="0"/>
          <a:effectRef idx="0"/>
          <a:fontRef idx="minor"/>
        </p:style>
        <p:txBody>
          <a:bodyPr lIns="0" rIns="0" tIns="12600" bIns="0" anchor="t">
            <a:spAutoFit/>
          </a:bodyPr>
          <a:p>
            <a:pPr algn="ctr">
              <a:lnSpc>
                <a:spcPct val="100000"/>
              </a:lnSpc>
              <a:spcBef>
                <a:spcPts val="99"/>
              </a:spcBef>
            </a:pPr>
            <a:r>
              <a:rPr b="1" lang="en-US" sz="1800" spc="-1" strike="noStrike">
                <a:solidFill>
                  <a:srgbClr val="17365d"/>
                </a:solidFill>
                <a:latin typeface="Arial"/>
                <a:hlinkClick r:id="rId1"/>
              </a:rPr>
              <a:t>System Architecture
</a:t>
            </a:r>
            <a:endParaRPr b="0" lang="en-US" sz="1800" spc="-1" strike="noStrike">
              <a:solidFill>
                <a:srgbClr val="000000"/>
              </a:solidFill>
              <a:latin typeface="Arial"/>
            </a:endParaRPr>
          </a:p>
        </p:txBody>
      </p:sp>
      <p:sp>
        <p:nvSpPr>
          <p:cNvPr id="83" name="object 7"/>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ndParaRPr>
          </a:p>
        </p:txBody>
      </p:sp>
      <p:sp>
        <p:nvSpPr>
          <p:cNvPr id="84" name="object 8"/>
          <p:cNvSpPr/>
          <p:nvPr/>
        </p:nvSpPr>
        <p:spPr>
          <a:xfrm>
            <a:off x="11450880" y="6542280"/>
            <a:ext cx="89280" cy="138960"/>
          </a:xfrm>
          <a:prstGeom prst="rect">
            <a:avLst/>
          </a:prstGeom>
          <a:noFill/>
          <a:ln w="0">
            <a:noFill/>
          </a:ln>
        </p:spPr>
        <p:style>
          <a:lnRef idx="0"/>
          <a:fillRef idx="0"/>
          <a:effectRef idx="0"/>
          <a:fontRef idx="minor"/>
        </p:style>
        <p:txBody>
          <a:bodyPr lIns="0" rIns="0" tIns="1800" bIns="0" anchor="t">
            <a:spAutoFit/>
          </a:bodyPr>
          <a:p>
            <a:pPr marL="12600">
              <a:lnSpc>
                <a:spcPct val="100000"/>
              </a:lnSpc>
              <a:spcBef>
                <a:spcPts val="14"/>
              </a:spcBef>
            </a:pPr>
            <a:r>
              <a:rPr b="0" lang="en-US" sz="900" spc="-52" strike="noStrike">
                <a:solidFill>
                  <a:srgbClr val="667085"/>
                </a:solidFill>
                <a:latin typeface="Arial MT"/>
              </a:rPr>
              <a:t>8</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667440" y="331200"/>
            <a:ext cx="10856880" cy="1157760"/>
          </a:xfrm>
          <a:prstGeom prst="rect">
            <a:avLst/>
          </a:prstGeom>
          <a:noFill/>
          <a:ln w="0">
            <a:noFill/>
          </a:ln>
        </p:spPr>
        <p:txBody>
          <a:bodyPr lIns="0" rIns="0" tIns="12600" bIns="0" anchor="t">
            <a:noAutofit/>
          </a:bodyPr>
          <a:p>
            <a:pPr marL="12600" indent="0">
              <a:lnSpc>
                <a:spcPct val="100000"/>
              </a:lnSpc>
              <a:spcBef>
                <a:spcPts val="99"/>
              </a:spcBef>
              <a:buNone/>
            </a:pPr>
            <a:r>
              <a:rPr b="1" lang="en-US" sz="2800" spc="-1" strike="noStrike">
                <a:solidFill>
                  <a:srgbClr val="17365d"/>
                </a:solidFill>
                <a:latin typeface="Arial"/>
              </a:rPr>
              <a:t>Use</a:t>
            </a:r>
            <a:r>
              <a:rPr b="1" lang="en-US" sz="2800" spc="-86" strike="noStrike">
                <a:solidFill>
                  <a:srgbClr val="17365d"/>
                </a:solidFill>
                <a:latin typeface="Arial"/>
              </a:rPr>
              <a:t> </a:t>
            </a:r>
            <a:r>
              <a:rPr b="1" lang="en-US" sz="2800" spc="-1" strike="noStrike">
                <a:solidFill>
                  <a:srgbClr val="17365d"/>
                </a:solidFill>
                <a:latin typeface="Arial"/>
              </a:rPr>
              <a:t>Case</a:t>
            </a:r>
            <a:r>
              <a:rPr b="1" lang="en-US" sz="2800" spc="-86" strike="noStrike">
                <a:solidFill>
                  <a:srgbClr val="17365d"/>
                </a:solidFill>
                <a:latin typeface="Arial"/>
              </a:rPr>
              <a:t> </a:t>
            </a:r>
            <a:r>
              <a:rPr b="1" lang="en-US" sz="2800" spc="-1" strike="noStrike">
                <a:solidFill>
                  <a:srgbClr val="17365d"/>
                </a:solidFill>
                <a:latin typeface="Arial"/>
              </a:rPr>
              <a:t>&amp;</a:t>
            </a:r>
            <a:r>
              <a:rPr b="1" lang="en-US" sz="2800" spc="-177" strike="noStrike">
                <a:solidFill>
                  <a:srgbClr val="17365d"/>
                </a:solidFill>
                <a:latin typeface="Arial"/>
              </a:rPr>
              <a:t> </a:t>
            </a:r>
            <a:r>
              <a:rPr b="1" lang="en-US" sz="2800" spc="-1" strike="noStrike">
                <a:solidFill>
                  <a:srgbClr val="17365d"/>
                </a:solidFill>
                <a:latin typeface="Arial"/>
              </a:rPr>
              <a:t>Activity</a:t>
            </a:r>
            <a:r>
              <a:rPr b="1" lang="en-US" sz="2800" spc="-86" strike="noStrike">
                <a:solidFill>
                  <a:srgbClr val="17365d"/>
                </a:solidFill>
                <a:latin typeface="Arial"/>
              </a:rPr>
              <a:t> </a:t>
            </a:r>
            <a:r>
              <a:rPr b="1" lang="en-US" sz="2800" spc="-12" strike="noStrike">
                <a:solidFill>
                  <a:srgbClr val="17365d"/>
                </a:solidFill>
                <a:latin typeface="Arial"/>
              </a:rPr>
              <a:t>Diagram</a:t>
            </a:r>
            <a:endParaRPr b="0" lang="en-US" sz="2800" spc="-1" strike="noStrike">
              <a:solidFill>
                <a:srgbClr val="000000"/>
              </a:solidFill>
              <a:latin typeface="Calibri"/>
            </a:endParaRPr>
          </a:p>
        </p:txBody>
      </p:sp>
      <p:grpSp>
        <p:nvGrpSpPr>
          <p:cNvPr id="86" name="object 3"/>
          <p:cNvGrpSpPr/>
          <p:nvPr/>
        </p:nvGrpSpPr>
        <p:grpSpPr>
          <a:xfrm>
            <a:off x="640080" y="1417320"/>
            <a:ext cx="5303160" cy="4297320"/>
            <a:chOff x="640080" y="1417320"/>
            <a:chExt cx="5303160" cy="4297320"/>
          </a:xfrm>
        </p:grpSpPr>
        <p:sp>
          <p:nvSpPr>
            <p:cNvPr id="87" name="object 4"/>
            <p:cNvSpPr/>
            <p:nvPr/>
          </p:nvSpPr>
          <p:spPr>
            <a:xfrm>
              <a:off x="640080" y="1417320"/>
              <a:ext cx="5303160" cy="4297320"/>
            </a:xfrm>
            <a:custGeom>
              <a:avLst/>
              <a:gdLst>
                <a:gd name="textAreaLeft" fmla="*/ 0 w 5303160"/>
                <a:gd name="textAreaRight" fmla="*/ 5303520 w 5303160"/>
                <a:gd name="textAreaTop" fmla="*/ 0 h 4297320"/>
                <a:gd name="textAreaBottom" fmla="*/ 4297680 h 4297320"/>
              </a:gdLst>
              <a:ahLst/>
              <a:rect l="textAreaLeft" t="textAreaTop" r="textAreaRight" b="textAreaBottom"/>
              <a:pathLst>
                <a:path w="5303520" h="4297680">
                  <a:moveTo>
                    <a:pt x="4587225" y="4297679"/>
                  </a:moveTo>
                  <a:lnTo>
                    <a:pt x="716294" y="4297679"/>
                  </a:lnTo>
                  <a:lnTo>
                    <a:pt x="669197" y="4296156"/>
                  </a:lnTo>
                  <a:lnTo>
                    <a:pt x="622914" y="4291648"/>
                  </a:lnTo>
                  <a:lnTo>
                    <a:pt x="577539" y="4284250"/>
                  </a:lnTo>
                  <a:lnTo>
                    <a:pt x="533166" y="4274057"/>
                  </a:lnTo>
                  <a:lnTo>
                    <a:pt x="489889" y="4261162"/>
                  </a:lnTo>
                  <a:lnTo>
                    <a:pt x="447804" y="4245661"/>
                  </a:lnTo>
                  <a:lnTo>
                    <a:pt x="407004" y="4227647"/>
                  </a:lnTo>
                  <a:lnTo>
                    <a:pt x="367584" y="4207216"/>
                  </a:lnTo>
                  <a:lnTo>
                    <a:pt x="329637" y="4184461"/>
                  </a:lnTo>
                  <a:lnTo>
                    <a:pt x="293260" y="4159476"/>
                  </a:lnTo>
                  <a:lnTo>
                    <a:pt x="258545" y="4132357"/>
                  </a:lnTo>
                  <a:lnTo>
                    <a:pt x="225587" y="4103197"/>
                  </a:lnTo>
                  <a:lnTo>
                    <a:pt x="194482" y="4072092"/>
                  </a:lnTo>
                  <a:lnTo>
                    <a:pt x="165322" y="4039134"/>
                  </a:lnTo>
                  <a:lnTo>
                    <a:pt x="138203" y="4004419"/>
                  </a:lnTo>
                  <a:lnTo>
                    <a:pt x="113218" y="3968042"/>
                  </a:lnTo>
                  <a:lnTo>
                    <a:pt x="90463" y="3930096"/>
                  </a:lnTo>
                  <a:lnTo>
                    <a:pt x="70032" y="3890675"/>
                  </a:lnTo>
                  <a:lnTo>
                    <a:pt x="52018" y="3849875"/>
                  </a:lnTo>
                  <a:lnTo>
                    <a:pt x="36517" y="3807790"/>
                  </a:lnTo>
                  <a:lnTo>
                    <a:pt x="23622" y="3764513"/>
                  </a:lnTo>
                  <a:lnTo>
                    <a:pt x="13429" y="3720140"/>
                  </a:lnTo>
                  <a:lnTo>
                    <a:pt x="6031" y="3674765"/>
                  </a:lnTo>
                  <a:lnTo>
                    <a:pt x="1523" y="3628482"/>
                  </a:lnTo>
                  <a:lnTo>
                    <a:pt x="0" y="3581385"/>
                  </a:lnTo>
                  <a:lnTo>
                    <a:pt x="0" y="716294"/>
                  </a:lnTo>
                  <a:lnTo>
                    <a:pt x="1523" y="669197"/>
                  </a:lnTo>
                  <a:lnTo>
                    <a:pt x="6031" y="622914"/>
                  </a:lnTo>
                  <a:lnTo>
                    <a:pt x="13429" y="577539"/>
                  </a:lnTo>
                  <a:lnTo>
                    <a:pt x="23622" y="533166"/>
                  </a:lnTo>
                  <a:lnTo>
                    <a:pt x="36517" y="489889"/>
                  </a:lnTo>
                  <a:lnTo>
                    <a:pt x="52018" y="447804"/>
                  </a:lnTo>
                  <a:lnTo>
                    <a:pt x="70032" y="407004"/>
                  </a:lnTo>
                  <a:lnTo>
                    <a:pt x="90463" y="367583"/>
                  </a:lnTo>
                  <a:lnTo>
                    <a:pt x="113218" y="329637"/>
                  </a:lnTo>
                  <a:lnTo>
                    <a:pt x="138203" y="293260"/>
                  </a:lnTo>
                  <a:lnTo>
                    <a:pt x="165322" y="258545"/>
                  </a:lnTo>
                  <a:lnTo>
                    <a:pt x="194482" y="225587"/>
                  </a:lnTo>
                  <a:lnTo>
                    <a:pt x="225587" y="194482"/>
                  </a:lnTo>
                  <a:lnTo>
                    <a:pt x="258545" y="165322"/>
                  </a:lnTo>
                  <a:lnTo>
                    <a:pt x="293260" y="138203"/>
                  </a:lnTo>
                  <a:lnTo>
                    <a:pt x="329637" y="113218"/>
                  </a:lnTo>
                  <a:lnTo>
                    <a:pt x="367584" y="90463"/>
                  </a:lnTo>
                  <a:lnTo>
                    <a:pt x="407004" y="70031"/>
                  </a:lnTo>
                  <a:lnTo>
                    <a:pt x="447804" y="52018"/>
                  </a:lnTo>
                  <a:lnTo>
                    <a:pt x="489889" y="36517"/>
                  </a:lnTo>
                  <a:lnTo>
                    <a:pt x="533166" y="23622"/>
                  </a:lnTo>
                  <a:lnTo>
                    <a:pt x="577539" y="13429"/>
                  </a:lnTo>
                  <a:lnTo>
                    <a:pt x="622914" y="6031"/>
                  </a:lnTo>
                  <a:lnTo>
                    <a:pt x="669197" y="1523"/>
                  </a:lnTo>
                  <a:lnTo>
                    <a:pt x="716294" y="0"/>
                  </a:lnTo>
                  <a:lnTo>
                    <a:pt x="4587225" y="0"/>
                  </a:lnTo>
                  <a:lnTo>
                    <a:pt x="4638813" y="1858"/>
                  </a:lnTo>
                  <a:lnTo>
                    <a:pt x="4689834" y="7384"/>
                  </a:lnTo>
                  <a:lnTo>
                    <a:pt x="4740109" y="16502"/>
                  </a:lnTo>
                  <a:lnTo>
                    <a:pt x="4789455" y="29138"/>
                  </a:lnTo>
                  <a:lnTo>
                    <a:pt x="4837693" y="45217"/>
                  </a:lnTo>
                  <a:lnTo>
                    <a:pt x="4884641" y="64664"/>
                  </a:lnTo>
                  <a:lnTo>
                    <a:pt x="4930120" y="87404"/>
                  </a:lnTo>
                  <a:lnTo>
                    <a:pt x="4973948" y="113362"/>
                  </a:lnTo>
                  <a:lnTo>
                    <a:pt x="5015945" y="142463"/>
                  </a:lnTo>
                  <a:lnTo>
                    <a:pt x="5055930" y="174633"/>
                  </a:lnTo>
                  <a:lnTo>
                    <a:pt x="5093722" y="209797"/>
                  </a:lnTo>
                  <a:lnTo>
                    <a:pt x="5128886" y="247590"/>
                  </a:lnTo>
                  <a:lnTo>
                    <a:pt x="5161056" y="287574"/>
                  </a:lnTo>
                  <a:lnTo>
                    <a:pt x="5190157" y="329571"/>
                  </a:lnTo>
                  <a:lnTo>
                    <a:pt x="5216115" y="373399"/>
                  </a:lnTo>
                  <a:lnTo>
                    <a:pt x="5238855" y="418878"/>
                  </a:lnTo>
                  <a:lnTo>
                    <a:pt x="5258302" y="465827"/>
                  </a:lnTo>
                  <a:lnTo>
                    <a:pt x="5274381" y="514064"/>
                  </a:lnTo>
                  <a:lnTo>
                    <a:pt x="5287017" y="563411"/>
                  </a:lnTo>
                  <a:lnTo>
                    <a:pt x="5296135" y="613685"/>
                  </a:lnTo>
                  <a:lnTo>
                    <a:pt x="5301661" y="664706"/>
                  </a:lnTo>
                  <a:lnTo>
                    <a:pt x="5303519" y="716294"/>
                  </a:lnTo>
                  <a:lnTo>
                    <a:pt x="5303519" y="3581385"/>
                  </a:lnTo>
                  <a:lnTo>
                    <a:pt x="5301996" y="3628482"/>
                  </a:lnTo>
                  <a:lnTo>
                    <a:pt x="5297488" y="3674765"/>
                  </a:lnTo>
                  <a:lnTo>
                    <a:pt x="5290090" y="3720140"/>
                  </a:lnTo>
                  <a:lnTo>
                    <a:pt x="5279897" y="3764513"/>
                  </a:lnTo>
                  <a:lnTo>
                    <a:pt x="5267002" y="3807790"/>
                  </a:lnTo>
                  <a:lnTo>
                    <a:pt x="5251501" y="3849875"/>
                  </a:lnTo>
                  <a:lnTo>
                    <a:pt x="5233487" y="3890675"/>
                  </a:lnTo>
                  <a:lnTo>
                    <a:pt x="5213056" y="3930096"/>
                  </a:lnTo>
                  <a:lnTo>
                    <a:pt x="5190301" y="3968042"/>
                  </a:lnTo>
                  <a:lnTo>
                    <a:pt x="5165316" y="4004419"/>
                  </a:lnTo>
                  <a:lnTo>
                    <a:pt x="5138197" y="4039134"/>
                  </a:lnTo>
                  <a:lnTo>
                    <a:pt x="5109037" y="4072092"/>
                  </a:lnTo>
                  <a:lnTo>
                    <a:pt x="5077932" y="4103197"/>
                  </a:lnTo>
                  <a:lnTo>
                    <a:pt x="5044974" y="4132357"/>
                  </a:lnTo>
                  <a:lnTo>
                    <a:pt x="5010259" y="4159476"/>
                  </a:lnTo>
                  <a:lnTo>
                    <a:pt x="4973882" y="4184461"/>
                  </a:lnTo>
                  <a:lnTo>
                    <a:pt x="4935936" y="4207216"/>
                  </a:lnTo>
                  <a:lnTo>
                    <a:pt x="4896515" y="4227647"/>
                  </a:lnTo>
                  <a:lnTo>
                    <a:pt x="4855715" y="4245661"/>
                  </a:lnTo>
                  <a:lnTo>
                    <a:pt x="4813630" y="4261162"/>
                  </a:lnTo>
                  <a:lnTo>
                    <a:pt x="4770353" y="4274057"/>
                  </a:lnTo>
                  <a:lnTo>
                    <a:pt x="4725980" y="4284250"/>
                  </a:lnTo>
                  <a:lnTo>
                    <a:pt x="4680605" y="4291648"/>
                  </a:lnTo>
                  <a:lnTo>
                    <a:pt x="4634322" y="4296156"/>
                  </a:lnTo>
                  <a:lnTo>
                    <a:pt x="4587225" y="4297679"/>
                  </a:lnTo>
                  <a:close/>
                </a:path>
              </a:pathLst>
            </a:custGeom>
            <a:solidFill>
              <a:srgbClr val="f3f6fa"/>
            </a:solidFill>
            <a:ln w="0">
              <a:noFill/>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ndParaRPr>
            </a:p>
          </p:txBody>
        </p:sp>
        <p:sp>
          <p:nvSpPr>
            <p:cNvPr id="88" name="object 5"/>
            <p:cNvSpPr/>
            <p:nvPr/>
          </p:nvSpPr>
          <p:spPr>
            <a:xfrm>
              <a:off x="640080" y="1417320"/>
              <a:ext cx="5303160" cy="4297320"/>
            </a:xfrm>
            <a:custGeom>
              <a:avLst/>
              <a:gdLst>
                <a:gd name="textAreaLeft" fmla="*/ 0 w 5303160"/>
                <a:gd name="textAreaRight" fmla="*/ 5303520 w 5303160"/>
                <a:gd name="textAreaTop" fmla="*/ 0 h 4297320"/>
                <a:gd name="textAreaBottom" fmla="*/ 4297680 h 4297320"/>
              </a:gdLst>
              <a:ahLst/>
              <a:rect l="textAreaLeft" t="textAreaTop" r="textAreaRight" b="textAreaBottom"/>
              <a:pathLst>
                <a:path w="5303520" h="4297680">
                  <a:moveTo>
                    <a:pt x="0" y="716294"/>
                  </a:moveTo>
                  <a:lnTo>
                    <a:pt x="1523" y="669197"/>
                  </a:lnTo>
                  <a:lnTo>
                    <a:pt x="6031" y="622914"/>
                  </a:lnTo>
                  <a:lnTo>
                    <a:pt x="13429" y="577539"/>
                  </a:lnTo>
                  <a:lnTo>
                    <a:pt x="23622" y="533166"/>
                  </a:lnTo>
                  <a:lnTo>
                    <a:pt x="36517" y="489889"/>
                  </a:lnTo>
                  <a:lnTo>
                    <a:pt x="52018" y="447804"/>
                  </a:lnTo>
                  <a:lnTo>
                    <a:pt x="70032" y="407004"/>
                  </a:lnTo>
                  <a:lnTo>
                    <a:pt x="90463" y="367583"/>
                  </a:lnTo>
                  <a:lnTo>
                    <a:pt x="113218" y="329637"/>
                  </a:lnTo>
                  <a:lnTo>
                    <a:pt x="138203" y="293260"/>
                  </a:lnTo>
                  <a:lnTo>
                    <a:pt x="165322" y="258545"/>
                  </a:lnTo>
                  <a:lnTo>
                    <a:pt x="194482" y="225587"/>
                  </a:lnTo>
                  <a:lnTo>
                    <a:pt x="225587" y="194482"/>
                  </a:lnTo>
                  <a:lnTo>
                    <a:pt x="258545" y="165322"/>
                  </a:lnTo>
                  <a:lnTo>
                    <a:pt x="293260" y="138203"/>
                  </a:lnTo>
                  <a:lnTo>
                    <a:pt x="329637" y="113218"/>
                  </a:lnTo>
                  <a:lnTo>
                    <a:pt x="367584" y="90463"/>
                  </a:lnTo>
                  <a:lnTo>
                    <a:pt x="407004" y="70031"/>
                  </a:lnTo>
                  <a:lnTo>
                    <a:pt x="447804" y="52018"/>
                  </a:lnTo>
                  <a:lnTo>
                    <a:pt x="489889" y="36517"/>
                  </a:lnTo>
                  <a:lnTo>
                    <a:pt x="533166" y="23622"/>
                  </a:lnTo>
                  <a:lnTo>
                    <a:pt x="577539" y="13429"/>
                  </a:lnTo>
                  <a:lnTo>
                    <a:pt x="622914" y="6031"/>
                  </a:lnTo>
                  <a:lnTo>
                    <a:pt x="669197" y="1523"/>
                  </a:lnTo>
                  <a:lnTo>
                    <a:pt x="716294" y="0"/>
                  </a:lnTo>
                  <a:lnTo>
                    <a:pt x="4587225" y="0"/>
                  </a:lnTo>
                  <a:lnTo>
                    <a:pt x="4638813" y="1858"/>
                  </a:lnTo>
                  <a:lnTo>
                    <a:pt x="4689834" y="7384"/>
                  </a:lnTo>
                  <a:lnTo>
                    <a:pt x="4740109" y="16502"/>
                  </a:lnTo>
                  <a:lnTo>
                    <a:pt x="4789455" y="29138"/>
                  </a:lnTo>
                  <a:lnTo>
                    <a:pt x="4837693" y="45217"/>
                  </a:lnTo>
                  <a:lnTo>
                    <a:pt x="4884641" y="64664"/>
                  </a:lnTo>
                  <a:lnTo>
                    <a:pt x="4930120" y="87404"/>
                  </a:lnTo>
                  <a:lnTo>
                    <a:pt x="4973948" y="113362"/>
                  </a:lnTo>
                  <a:lnTo>
                    <a:pt x="5015945" y="142463"/>
                  </a:lnTo>
                  <a:lnTo>
                    <a:pt x="5055930" y="174633"/>
                  </a:lnTo>
                  <a:lnTo>
                    <a:pt x="5093722" y="209797"/>
                  </a:lnTo>
                  <a:lnTo>
                    <a:pt x="5128886" y="247590"/>
                  </a:lnTo>
                  <a:lnTo>
                    <a:pt x="5161056" y="287574"/>
                  </a:lnTo>
                  <a:lnTo>
                    <a:pt x="5190157" y="329571"/>
                  </a:lnTo>
                  <a:lnTo>
                    <a:pt x="5216115" y="373399"/>
                  </a:lnTo>
                  <a:lnTo>
                    <a:pt x="5238855" y="418878"/>
                  </a:lnTo>
                  <a:lnTo>
                    <a:pt x="5258302" y="465827"/>
                  </a:lnTo>
                  <a:lnTo>
                    <a:pt x="5274381" y="514064"/>
                  </a:lnTo>
                  <a:lnTo>
                    <a:pt x="5287017" y="563411"/>
                  </a:lnTo>
                  <a:lnTo>
                    <a:pt x="5296135" y="613685"/>
                  </a:lnTo>
                  <a:lnTo>
                    <a:pt x="5301661" y="664706"/>
                  </a:lnTo>
                  <a:lnTo>
                    <a:pt x="5303519" y="716294"/>
                  </a:lnTo>
                  <a:lnTo>
                    <a:pt x="5303519" y="3581385"/>
                  </a:lnTo>
                  <a:lnTo>
                    <a:pt x="5301996" y="3628482"/>
                  </a:lnTo>
                  <a:lnTo>
                    <a:pt x="5297488" y="3674765"/>
                  </a:lnTo>
                  <a:lnTo>
                    <a:pt x="5290090" y="3720140"/>
                  </a:lnTo>
                  <a:lnTo>
                    <a:pt x="5279897" y="3764513"/>
                  </a:lnTo>
                  <a:lnTo>
                    <a:pt x="5267002" y="3807790"/>
                  </a:lnTo>
                  <a:lnTo>
                    <a:pt x="5251501" y="3849875"/>
                  </a:lnTo>
                  <a:lnTo>
                    <a:pt x="5233487" y="3890675"/>
                  </a:lnTo>
                  <a:lnTo>
                    <a:pt x="5213056" y="3930096"/>
                  </a:lnTo>
                  <a:lnTo>
                    <a:pt x="5190301" y="3968042"/>
                  </a:lnTo>
                  <a:lnTo>
                    <a:pt x="5165316" y="4004419"/>
                  </a:lnTo>
                  <a:lnTo>
                    <a:pt x="5138197" y="4039134"/>
                  </a:lnTo>
                  <a:lnTo>
                    <a:pt x="5109037" y="4072092"/>
                  </a:lnTo>
                  <a:lnTo>
                    <a:pt x="5077932" y="4103197"/>
                  </a:lnTo>
                  <a:lnTo>
                    <a:pt x="5044974" y="4132357"/>
                  </a:lnTo>
                  <a:lnTo>
                    <a:pt x="5010259" y="4159476"/>
                  </a:lnTo>
                  <a:lnTo>
                    <a:pt x="4973882" y="4184461"/>
                  </a:lnTo>
                  <a:lnTo>
                    <a:pt x="4935936" y="4207216"/>
                  </a:lnTo>
                  <a:lnTo>
                    <a:pt x="4896515" y="4227647"/>
                  </a:lnTo>
                  <a:lnTo>
                    <a:pt x="4855715" y="4245661"/>
                  </a:lnTo>
                  <a:lnTo>
                    <a:pt x="4813630" y="4261162"/>
                  </a:lnTo>
                  <a:lnTo>
                    <a:pt x="4770353" y="4274057"/>
                  </a:lnTo>
                  <a:lnTo>
                    <a:pt x="4725980" y="4284250"/>
                  </a:lnTo>
                  <a:lnTo>
                    <a:pt x="4680605" y="4291648"/>
                  </a:lnTo>
                  <a:lnTo>
                    <a:pt x="4634322" y="4296156"/>
                  </a:lnTo>
                  <a:lnTo>
                    <a:pt x="4587225" y="4297679"/>
                  </a:lnTo>
                  <a:lnTo>
                    <a:pt x="716294" y="4297679"/>
                  </a:lnTo>
                  <a:lnTo>
                    <a:pt x="669197" y="4296156"/>
                  </a:lnTo>
                  <a:lnTo>
                    <a:pt x="622914" y="4291648"/>
                  </a:lnTo>
                  <a:lnTo>
                    <a:pt x="577539" y="4284250"/>
                  </a:lnTo>
                  <a:lnTo>
                    <a:pt x="533166" y="4274057"/>
                  </a:lnTo>
                  <a:lnTo>
                    <a:pt x="489889" y="4261162"/>
                  </a:lnTo>
                  <a:lnTo>
                    <a:pt x="447804" y="4245661"/>
                  </a:lnTo>
                  <a:lnTo>
                    <a:pt x="407004" y="4227647"/>
                  </a:lnTo>
                  <a:lnTo>
                    <a:pt x="367584" y="4207216"/>
                  </a:lnTo>
                  <a:lnTo>
                    <a:pt x="329637" y="4184461"/>
                  </a:lnTo>
                  <a:lnTo>
                    <a:pt x="293260" y="4159476"/>
                  </a:lnTo>
                  <a:lnTo>
                    <a:pt x="258545" y="4132357"/>
                  </a:lnTo>
                  <a:lnTo>
                    <a:pt x="225587" y="4103197"/>
                  </a:lnTo>
                  <a:lnTo>
                    <a:pt x="194482" y="4072092"/>
                  </a:lnTo>
                  <a:lnTo>
                    <a:pt x="165322" y="4039134"/>
                  </a:lnTo>
                  <a:lnTo>
                    <a:pt x="138203" y="4004419"/>
                  </a:lnTo>
                  <a:lnTo>
                    <a:pt x="113218" y="3968042"/>
                  </a:lnTo>
                  <a:lnTo>
                    <a:pt x="90463" y="3930096"/>
                  </a:lnTo>
                  <a:lnTo>
                    <a:pt x="70032" y="3890675"/>
                  </a:lnTo>
                  <a:lnTo>
                    <a:pt x="52018" y="3849875"/>
                  </a:lnTo>
                  <a:lnTo>
                    <a:pt x="36517" y="3807790"/>
                  </a:lnTo>
                  <a:lnTo>
                    <a:pt x="23622" y="3764513"/>
                  </a:lnTo>
                  <a:lnTo>
                    <a:pt x="13429" y="3720140"/>
                  </a:lnTo>
                  <a:lnTo>
                    <a:pt x="6031" y="3674765"/>
                  </a:lnTo>
                  <a:lnTo>
                    <a:pt x="1523" y="3628482"/>
                  </a:lnTo>
                  <a:lnTo>
                    <a:pt x="0" y="3581385"/>
                  </a:lnTo>
                  <a:lnTo>
                    <a:pt x="0" y="716294"/>
                  </a:lnTo>
                  <a:close/>
                </a:path>
              </a:pathLst>
            </a:custGeom>
            <a:noFill/>
            <a:ln w="9524">
              <a:solidFill>
                <a:srgbClr val="b7c9e1"/>
              </a:solidFill>
              <a:round/>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ndParaRPr>
            </a:p>
          </p:txBody>
        </p:sp>
      </p:grpSp>
      <p:sp>
        <p:nvSpPr>
          <p:cNvPr id="89" name="object 6"/>
          <p:cNvSpPr/>
          <p:nvPr/>
        </p:nvSpPr>
        <p:spPr>
          <a:xfrm>
            <a:off x="1606680" y="2908800"/>
            <a:ext cx="3400200" cy="1334160"/>
          </a:xfrm>
          <a:prstGeom prst="rect">
            <a:avLst/>
          </a:prstGeom>
          <a:noFill/>
          <a:ln w="0">
            <a:noFill/>
          </a:ln>
        </p:spPr>
        <p:style>
          <a:lnRef idx="0"/>
          <a:fillRef idx="0"/>
          <a:effectRef idx="0"/>
          <a:fontRef idx="minor"/>
        </p:style>
        <p:txBody>
          <a:bodyPr lIns="0" rIns="0" tIns="12600" bIns="0" anchor="t">
            <a:spAutoFit/>
          </a:bodyPr>
          <a:p>
            <a:pPr algn="ctr">
              <a:lnSpc>
                <a:spcPct val="100000"/>
              </a:lnSpc>
              <a:spcBef>
                <a:spcPts val="99"/>
              </a:spcBef>
            </a:pPr>
            <a:r>
              <a:rPr b="1" lang="en-US" sz="1800" spc="-1" strike="noStrike">
                <a:solidFill>
                  <a:srgbClr val="17365d"/>
                </a:solidFill>
                <a:latin typeface="Arial"/>
                <a:hlinkClick r:id="rId1"/>
              </a:rPr>
              <a:t>Use Case Diagram Volunteer</a:t>
            </a:r>
            <a:endParaRPr b="0" lang="en-US" sz="1800" spc="-1" strike="noStrike">
              <a:solidFill>
                <a:srgbClr val="000000"/>
              </a:solidFill>
              <a:latin typeface="Arial"/>
            </a:endParaRPr>
          </a:p>
          <a:p>
            <a:pPr algn="ctr">
              <a:lnSpc>
                <a:spcPct val="100000"/>
              </a:lnSpc>
              <a:spcBef>
                <a:spcPts val="99"/>
              </a:spcBef>
            </a:pPr>
            <a:r>
              <a:rPr b="1" lang="en-US" sz="1800" spc="-1" strike="noStrike">
                <a:solidFill>
                  <a:srgbClr val="17365d"/>
                </a:solidFill>
                <a:latin typeface="Arial"/>
                <a:hlinkClick r:id="rId2"/>
              </a:rPr>
              <a:t>Use Case Diagram NGO</a:t>
            </a:r>
            <a:endParaRPr b="0" lang="en-US" sz="1800" spc="-1" strike="noStrike">
              <a:solidFill>
                <a:srgbClr val="000000"/>
              </a:solidFill>
              <a:latin typeface="Arial"/>
            </a:endParaRPr>
          </a:p>
          <a:p>
            <a:pPr algn="ctr">
              <a:lnSpc>
                <a:spcPct val="100000"/>
              </a:lnSpc>
              <a:spcBef>
                <a:spcPts val="99"/>
              </a:spcBef>
            </a:pPr>
            <a:r>
              <a:rPr b="1" lang="en-US" sz="1800" spc="-1" strike="noStrike">
                <a:solidFill>
                  <a:srgbClr val="17365d"/>
                </a:solidFill>
                <a:latin typeface="Arial"/>
                <a:hlinkClick r:id="rId3"/>
              </a:rPr>
              <a:t>Use Case Diagram Corporate</a:t>
            </a:r>
            <a:endParaRPr b="0" lang="en-US" sz="1800" spc="-1" strike="noStrike">
              <a:solidFill>
                <a:srgbClr val="000000"/>
              </a:solidFill>
              <a:latin typeface="Arial"/>
            </a:endParaRPr>
          </a:p>
          <a:p>
            <a:pPr algn="ctr">
              <a:lnSpc>
                <a:spcPct val="100000"/>
              </a:lnSpc>
              <a:spcBef>
                <a:spcPts val="99"/>
              </a:spcBef>
            </a:pPr>
            <a:r>
              <a:rPr b="1" lang="en-US" sz="1800" spc="-1" strike="noStrike">
                <a:solidFill>
                  <a:srgbClr val="17365d"/>
                </a:solidFill>
                <a:latin typeface="Arial"/>
                <a:hlinkClick r:id="rId4"/>
              </a:rPr>
              <a:t>Use Case Diagram Admin</a:t>
            </a:r>
            <a:endParaRPr b="0" lang="en-US" sz="1800" spc="-1" strike="noStrike">
              <a:solidFill>
                <a:srgbClr val="000000"/>
              </a:solidFill>
              <a:latin typeface="Arial"/>
            </a:endParaRPr>
          </a:p>
          <a:p>
            <a:pPr algn="ctr">
              <a:lnSpc>
                <a:spcPct val="100000"/>
              </a:lnSpc>
              <a:spcBef>
                <a:spcPts val="26"/>
              </a:spcBef>
            </a:pPr>
            <a:endParaRPr b="0" lang="en-US" sz="1200" spc="-1" strike="noStrike">
              <a:solidFill>
                <a:srgbClr val="000000"/>
              </a:solidFill>
              <a:latin typeface="Arial"/>
            </a:endParaRPr>
          </a:p>
        </p:txBody>
      </p:sp>
      <p:grpSp>
        <p:nvGrpSpPr>
          <p:cNvPr id="90" name="object 7"/>
          <p:cNvGrpSpPr/>
          <p:nvPr/>
        </p:nvGrpSpPr>
        <p:grpSpPr>
          <a:xfrm>
            <a:off x="6263640" y="1417320"/>
            <a:ext cx="5303160" cy="4297320"/>
            <a:chOff x="6263640" y="1417320"/>
            <a:chExt cx="5303160" cy="4297320"/>
          </a:xfrm>
        </p:grpSpPr>
        <p:sp>
          <p:nvSpPr>
            <p:cNvPr id="91" name="object 8"/>
            <p:cNvSpPr/>
            <p:nvPr/>
          </p:nvSpPr>
          <p:spPr>
            <a:xfrm>
              <a:off x="6263640" y="1417320"/>
              <a:ext cx="5303160" cy="4297320"/>
            </a:xfrm>
            <a:custGeom>
              <a:avLst/>
              <a:gdLst>
                <a:gd name="textAreaLeft" fmla="*/ 0 w 5303160"/>
                <a:gd name="textAreaRight" fmla="*/ 5303520 w 5303160"/>
                <a:gd name="textAreaTop" fmla="*/ 0 h 4297320"/>
                <a:gd name="textAreaBottom" fmla="*/ 4297680 h 4297320"/>
              </a:gdLst>
              <a:ahLst/>
              <a:rect l="textAreaLeft" t="textAreaTop" r="textAreaRight" b="textAreaBottom"/>
              <a:pathLst>
                <a:path w="5303520" h="4297680">
                  <a:moveTo>
                    <a:pt x="4587225" y="4297679"/>
                  </a:moveTo>
                  <a:lnTo>
                    <a:pt x="716294" y="4297679"/>
                  </a:lnTo>
                  <a:lnTo>
                    <a:pt x="669197" y="4296156"/>
                  </a:lnTo>
                  <a:lnTo>
                    <a:pt x="622914" y="4291648"/>
                  </a:lnTo>
                  <a:lnTo>
                    <a:pt x="577539" y="4284250"/>
                  </a:lnTo>
                  <a:lnTo>
                    <a:pt x="533166" y="4274057"/>
                  </a:lnTo>
                  <a:lnTo>
                    <a:pt x="489890" y="4261162"/>
                  </a:lnTo>
                  <a:lnTo>
                    <a:pt x="447804" y="4245661"/>
                  </a:lnTo>
                  <a:lnTo>
                    <a:pt x="407004" y="4227647"/>
                  </a:lnTo>
                  <a:lnTo>
                    <a:pt x="367584" y="4207216"/>
                  </a:lnTo>
                  <a:lnTo>
                    <a:pt x="329637" y="4184461"/>
                  </a:lnTo>
                  <a:lnTo>
                    <a:pt x="293260" y="4159476"/>
                  </a:lnTo>
                  <a:lnTo>
                    <a:pt x="258545" y="4132357"/>
                  </a:lnTo>
                  <a:lnTo>
                    <a:pt x="225588" y="4103197"/>
                  </a:lnTo>
                  <a:lnTo>
                    <a:pt x="194482" y="4072092"/>
                  </a:lnTo>
                  <a:lnTo>
                    <a:pt x="165322" y="4039134"/>
                  </a:lnTo>
                  <a:lnTo>
                    <a:pt x="138203" y="4004419"/>
                  </a:lnTo>
                  <a:lnTo>
                    <a:pt x="113218" y="3968042"/>
                  </a:lnTo>
                  <a:lnTo>
                    <a:pt x="90463" y="3930096"/>
                  </a:lnTo>
                  <a:lnTo>
                    <a:pt x="70032" y="3890675"/>
                  </a:lnTo>
                  <a:lnTo>
                    <a:pt x="52018" y="3849875"/>
                  </a:lnTo>
                  <a:lnTo>
                    <a:pt x="36517" y="3807790"/>
                  </a:lnTo>
                  <a:lnTo>
                    <a:pt x="23622" y="3764513"/>
                  </a:lnTo>
                  <a:lnTo>
                    <a:pt x="13429" y="3720140"/>
                  </a:lnTo>
                  <a:lnTo>
                    <a:pt x="6031" y="3674765"/>
                  </a:lnTo>
                  <a:lnTo>
                    <a:pt x="1523" y="3628482"/>
                  </a:lnTo>
                  <a:lnTo>
                    <a:pt x="0" y="3581385"/>
                  </a:lnTo>
                  <a:lnTo>
                    <a:pt x="0" y="716294"/>
                  </a:lnTo>
                  <a:lnTo>
                    <a:pt x="1523" y="669197"/>
                  </a:lnTo>
                  <a:lnTo>
                    <a:pt x="6031" y="622914"/>
                  </a:lnTo>
                  <a:lnTo>
                    <a:pt x="13429" y="577539"/>
                  </a:lnTo>
                  <a:lnTo>
                    <a:pt x="23622" y="533166"/>
                  </a:lnTo>
                  <a:lnTo>
                    <a:pt x="36517" y="489889"/>
                  </a:lnTo>
                  <a:lnTo>
                    <a:pt x="52018" y="447804"/>
                  </a:lnTo>
                  <a:lnTo>
                    <a:pt x="70032" y="407004"/>
                  </a:lnTo>
                  <a:lnTo>
                    <a:pt x="90463" y="367583"/>
                  </a:lnTo>
                  <a:lnTo>
                    <a:pt x="113218" y="329637"/>
                  </a:lnTo>
                  <a:lnTo>
                    <a:pt x="138203" y="293260"/>
                  </a:lnTo>
                  <a:lnTo>
                    <a:pt x="165322" y="258545"/>
                  </a:lnTo>
                  <a:lnTo>
                    <a:pt x="194482" y="225587"/>
                  </a:lnTo>
                  <a:lnTo>
                    <a:pt x="225588" y="194482"/>
                  </a:lnTo>
                  <a:lnTo>
                    <a:pt x="258545" y="165322"/>
                  </a:lnTo>
                  <a:lnTo>
                    <a:pt x="293260" y="138203"/>
                  </a:lnTo>
                  <a:lnTo>
                    <a:pt x="329637" y="113218"/>
                  </a:lnTo>
                  <a:lnTo>
                    <a:pt x="367584" y="90463"/>
                  </a:lnTo>
                  <a:lnTo>
                    <a:pt x="407004" y="70031"/>
                  </a:lnTo>
                  <a:lnTo>
                    <a:pt x="447804" y="52018"/>
                  </a:lnTo>
                  <a:lnTo>
                    <a:pt x="489890" y="36517"/>
                  </a:lnTo>
                  <a:lnTo>
                    <a:pt x="533166" y="23622"/>
                  </a:lnTo>
                  <a:lnTo>
                    <a:pt x="577539" y="13429"/>
                  </a:lnTo>
                  <a:lnTo>
                    <a:pt x="622914" y="6031"/>
                  </a:lnTo>
                  <a:lnTo>
                    <a:pt x="669197" y="1523"/>
                  </a:lnTo>
                  <a:lnTo>
                    <a:pt x="716294" y="0"/>
                  </a:lnTo>
                  <a:lnTo>
                    <a:pt x="4587225" y="0"/>
                  </a:lnTo>
                  <a:lnTo>
                    <a:pt x="4638813" y="1858"/>
                  </a:lnTo>
                  <a:lnTo>
                    <a:pt x="4689834" y="7384"/>
                  </a:lnTo>
                  <a:lnTo>
                    <a:pt x="4740108" y="16502"/>
                  </a:lnTo>
                  <a:lnTo>
                    <a:pt x="4789455" y="29138"/>
                  </a:lnTo>
                  <a:lnTo>
                    <a:pt x="4837693" y="45217"/>
                  </a:lnTo>
                  <a:lnTo>
                    <a:pt x="4884641" y="64664"/>
                  </a:lnTo>
                  <a:lnTo>
                    <a:pt x="4930120" y="87404"/>
                  </a:lnTo>
                  <a:lnTo>
                    <a:pt x="4973948" y="113362"/>
                  </a:lnTo>
                  <a:lnTo>
                    <a:pt x="5015945" y="142463"/>
                  </a:lnTo>
                  <a:lnTo>
                    <a:pt x="5055930" y="174633"/>
                  </a:lnTo>
                  <a:lnTo>
                    <a:pt x="5093722" y="209797"/>
                  </a:lnTo>
                  <a:lnTo>
                    <a:pt x="5128886" y="247590"/>
                  </a:lnTo>
                  <a:lnTo>
                    <a:pt x="5161056" y="287574"/>
                  </a:lnTo>
                  <a:lnTo>
                    <a:pt x="5190157" y="329571"/>
                  </a:lnTo>
                  <a:lnTo>
                    <a:pt x="5216116" y="373399"/>
                  </a:lnTo>
                  <a:lnTo>
                    <a:pt x="5238855" y="418878"/>
                  </a:lnTo>
                  <a:lnTo>
                    <a:pt x="5258302" y="465827"/>
                  </a:lnTo>
                  <a:lnTo>
                    <a:pt x="5274381" y="514064"/>
                  </a:lnTo>
                  <a:lnTo>
                    <a:pt x="5287017" y="563411"/>
                  </a:lnTo>
                  <a:lnTo>
                    <a:pt x="5296135" y="613685"/>
                  </a:lnTo>
                  <a:lnTo>
                    <a:pt x="5301661" y="664706"/>
                  </a:lnTo>
                  <a:lnTo>
                    <a:pt x="5303519" y="716294"/>
                  </a:lnTo>
                  <a:lnTo>
                    <a:pt x="5303519" y="3581385"/>
                  </a:lnTo>
                  <a:lnTo>
                    <a:pt x="5301996" y="3628482"/>
                  </a:lnTo>
                  <a:lnTo>
                    <a:pt x="5297488" y="3674765"/>
                  </a:lnTo>
                  <a:lnTo>
                    <a:pt x="5290090" y="3720140"/>
                  </a:lnTo>
                  <a:lnTo>
                    <a:pt x="5279897" y="3764513"/>
                  </a:lnTo>
                  <a:lnTo>
                    <a:pt x="5267002" y="3807790"/>
                  </a:lnTo>
                  <a:lnTo>
                    <a:pt x="5251501" y="3849875"/>
                  </a:lnTo>
                  <a:lnTo>
                    <a:pt x="5233487" y="3890675"/>
                  </a:lnTo>
                  <a:lnTo>
                    <a:pt x="5213056" y="3930096"/>
                  </a:lnTo>
                  <a:lnTo>
                    <a:pt x="5190301" y="3968042"/>
                  </a:lnTo>
                  <a:lnTo>
                    <a:pt x="5165316" y="4004419"/>
                  </a:lnTo>
                  <a:lnTo>
                    <a:pt x="5138197" y="4039134"/>
                  </a:lnTo>
                  <a:lnTo>
                    <a:pt x="5109037" y="4072092"/>
                  </a:lnTo>
                  <a:lnTo>
                    <a:pt x="5077931" y="4103197"/>
                  </a:lnTo>
                  <a:lnTo>
                    <a:pt x="5044974" y="4132357"/>
                  </a:lnTo>
                  <a:lnTo>
                    <a:pt x="5010259" y="4159476"/>
                  </a:lnTo>
                  <a:lnTo>
                    <a:pt x="4973882" y="4184461"/>
                  </a:lnTo>
                  <a:lnTo>
                    <a:pt x="4935935" y="4207216"/>
                  </a:lnTo>
                  <a:lnTo>
                    <a:pt x="4896515" y="4227647"/>
                  </a:lnTo>
                  <a:lnTo>
                    <a:pt x="4855715" y="4245661"/>
                  </a:lnTo>
                  <a:lnTo>
                    <a:pt x="4813629" y="4261162"/>
                  </a:lnTo>
                  <a:lnTo>
                    <a:pt x="4770353" y="4274057"/>
                  </a:lnTo>
                  <a:lnTo>
                    <a:pt x="4725980" y="4284250"/>
                  </a:lnTo>
                  <a:lnTo>
                    <a:pt x="4680605" y="4291648"/>
                  </a:lnTo>
                  <a:lnTo>
                    <a:pt x="4634322" y="4296156"/>
                  </a:lnTo>
                  <a:lnTo>
                    <a:pt x="4587225" y="4297679"/>
                  </a:lnTo>
                  <a:close/>
                </a:path>
              </a:pathLst>
            </a:custGeom>
            <a:solidFill>
              <a:srgbClr val="f3f6fa"/>
            </a:solidFill>
            <a:ln w="0">
              <a:noFill/>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ndParaRPr>
            </a:p>
          </p:txBody>
        </p:sp>
        <p:sp>
          <p:nvSpPr>
            <p:cNvPr id="92" name="object 9"/>
            <p:cNvSpPr/>
            <p:nvPr/>
          </p:nvSpPr>
          <p:spPr>
            <a:xfrm>
              <a:off x="6263640" y="1417320"/>
              <a:ext cx="5303160" cy="4297320"/>
            </a:xfrm>
            <a:custGeom>
              <a:avLst/>
              <a:gdLst>
                <a:gd name="textAreaLeft" fmla="*/ 0 w 5303160"/>
                <a:gd name="textAreaRight" fmla="*/ 5303520 w 5303160"/>
                <a:gd name="textAreaTop" fmla="*/ 0 h 4297320"/>
                <a:gd name="textAreaBottom" fmla="*/ 4297680 h 4297320"/>
              </a:gdLst>
              <a:ahLst/>
              <a:rect l="textAreaLeft" t="textAreaTop" r="textAreaRight" b="textAreaBottom"/>
              <a:pathLst>
                <a:path w="5303520" h="4297680">
                  <a:moveTo>
                    <a:pt x="0" y="716294"/>
                  </a:moveTo>
                  <a:lnTo>
                    <a:pt x="1523" y="669197"/>
                  </a:lnTo>
                  <a:lnTo>
                    <a:pt x="6031" y="622914"/>
                  </a:lnTo>
                  <a:lnTo>
                    <a:pt x="13429" y="577539"/>
                  </a:lnTo>
                  <a:lnTo>
                    <a:pt x="23622" y="533166"/>
                  </a:lnTo>
                  <a:lnTo>
                    <a:pt x="36517" y="489889"/>
                  </a:lnTo>
                  <a:lnTo>
                    <a:pt x="52018" y="447804"/>
                  </a:lnTo>
                  <a:lnTo>
                    <a:pt x="70032" y="407004"/>
                  </a:lnTo>
                  <a:lnTo>
                    <a:pt x="90463" y="367583"/>
                  </a:lnTo>
                  <a:lnTo>
                    <a:pt x="113218" y="329637"/>
                  </a:lnTo>
                  <a:lnTo>
                    <a:pt x="138203" y="293260"/>
                  </a:lnTo>
                  <a:lnTo>
                    <a:pt x="165322" y="258545"/>
                  </a:lnTo>
                  <a:lnTo>
                    <a:pt x="194482" y="225587"/>
                  </a:lnTo>
                  <a:lnTo>
                    <a:pt x="225588" y="194482"/>
                  </a:lnTo>
                  <a:lnTo>
                    <a:pt x="258545" y="165322"/>
                  </a:lnTo>
                  <a:lnTo>
                    <a:pt x="293260" y="138203"/>
                  </a:lnTo>
                  <a:lnTo>
                    <a:pt x="329637" y="113218"/>
                  </a:lnTo>
                  <a:lnTo>
                    <a:pt x="367584" y="90463"/>
                  </a:lnTo>
                  <a:lnTo>
                    <a:pt x="407004" y="70031"/>
                  </a:lnTo>
                  <a:lnTo>
                    <a:pt x="447804" y="52018"/>
                  </a:lnTo>
                  <a:lnTo>
                    <a:pt x="489890" y="36517"/>
                  </a:lnTo>
                  <a:lnTo>
                    <a:pt x="533166" y="23622"/>
                  </a:lnTo>
                  <a:lnTo>
                    <a:pt x="577539" y="13429"/>
                  </a:lnTo>
                  <a:lnTo>
                    <a:pt x="622914" y="6031"/>
                  </a:lnTo>
                  <a:lnTo>
                    <a:pt x="669197" y="1523"/>
                  </a:lnTo>
                  <a:lnTo>
                    <a:pt x="716294" y="0"/>
                  </a:lnTo>
                  <a:lnTo>
                    <a:pt x="4587225" y="0"/>
                  </a:lnTo>
                  <a:lnTo>
                    <a:pt x="4638813" y="1858"/>
                  </a:lnTo>
                  <a:lnTo>
                    <a:pt x="4689834" y="7384"/>
                  </a:lnTo>
                  <a:lnTo>
                    <a:pt x="4740108" y="16502"/>
                  </a:lnTo>
                  <a:lnTo>
                    <a:pt x="4789455" y="29138"/>
                  </a:lnTo>
                  <a:lnTo>
                    <a:pt x="4837693" y="45217"/>
                  </a:lnTo>
                  <a:lnTo>
                    <a:pt x="4884641" y="64664"/>
                  </a:lnTo>
                  <a:lnTo>
                    <a:pt x="4930120" y="87404"/>
                  </a:lnTo>
                  <a:lnTo>
                    <a:pt x="4973948" y="113362"/>
                  </a:lnTo>
                  <a:lnTo>
                    <a:pt x="5015945" y="142463"/>
                  </a:lnTo>
                  <a:lnTo>
                    <a:pt x="5055930" y="174633"/>
                  </a:lnTo>
                  <a:lnTo>
                    <a:pt x="5093722" y="209797"/>
                  </a:lnTo>
                  <a:lnTo>
                    <a:pt x="5128886" y="247590"/>
                  </a:lnTo>
                  <a:lnTo>
                    <a:pt x="5161056" y="287574"/>
                  </a:lnTo>
                  <a:lnTo>
                    <a:pt x="5190157" y="329571"/>
                  </a:lnTo>
                  <a:lnTo>
                    <a:pt x="5216116" y="373399"/>
                  </a:lnTo>
                  <a:lnTo>
                    <a:pt x="5238855" y="418878"/>
                  </a:lnTo>
                  <a:lnTo>
                    <a:pt x="5258302" y="465827"/>
                  </a:lnTo>
                  <a:lnTo>
                    <a:pt x="5274381" y="514064"/>
                  </a:lnTo>
                  <a:lnTo>
                    <a:pt x="5287017" y="563411"/>
                  </a:lnTo>
                  <a:lnTo>
                    <a:pt x="5296135" y="613685"/>
                  </a:lnTo>
                  <a:lnTo>
                    <a:pt x="5301661" y="664706"/>
                  </a:lnTo>
                  <a:lnTo>
                    <a:pt x="5303519" y="716294"/>
                  </a:lnTo>
                  <a:lnTo>
                    <a:pt x="5303519" y="3581385"/>
                  </a:lnTo>
                  <a:lnTo>
                    <a:pt x="5301996" y="3628482"/>
                  </a:lnTo>
                  <a:lnTo>
                    <a:pt x="5297488" y="3674765"/>
                  </a:lnTo>
                  <a:lnTo>
                    <a:pt x="5290090" y="3720140"/>
                  </a:lnTo>
                  <a:lnTo>
                    <a:pt x="5279897" y="3764513"/>
                  </a:lnTo>
                  <a:lnTo>
                    <a:pt x="5267002" y="3807790"/>
                  </a:lnTo>
                  <a:lnTo>
                    <a:pt x="5251501" y="3849875"/>
                  </a:lnTo>
                  <a:lnTo>
                    <a:pt x="5233487" y="3890675"/>
                  </a:lnTo>
                  <a:lnTo>
                    <a:pt x="5213056" y="3930096"/>
                  </a:lnTo>
                  <a:lnTo>
                    <a:pt x="5190301" y="3968042"/>
                  </a:lnTo>
                  <a:lnTo>
                    <a:pt x="5165316" y="4004419"/>
                  </a:lnTo>
                  <a:lnTo>
                    <a:pt x="5138197" y="4039134"/>
                  </a:lnTo>
                  <a:lnTo>
                    <a:pt x="5109037" y="4072092"/>
                  </a:lnTo>
                  <a:lnTo>
                    <a:pt x="5077931" y="4103197"/>
                  </a:lnTo>
                  <a:lnTo>
                    <a:pt x="5044974" y="4132357"/>
                  </a:lnTo>
                  <a:lnTo>
                    <a:pt x="5010259" y="4159476"/>
                  </a:lnTo>
                  <a:lnTo>
                    <a:pt x="4973882" y="4184461"/>
                  </a:lnTo>
                  <a:lnTo>
                    <a:pt x="4935935" y="4207216"/>
                  </a:lnTo>
                  <a:lnTo>
                    <a:pt x="4896515" y="4227647"/>
                  </a:lnTo>
                  <a:lnTo>
                    <a:pt x="4855715" y="4245661"/>
                  </a:lnTo>
                  <a:lnTo>
                    <a:pt x="4813629" y="4261162"/>
                  </a:lnTo>
                  <a:lnTo>
                    <a:pt x="4770353" y="4274057"/>
                  </a:lnTo>
                  <a:lnTo>
                    <a:pt x="4725980" y="4284250"/>
                  </a:lnTo>
                  <a:lnTo>
                    <a:pt x="4680605" y="4291648"/>
                  </a:lnTo>
                  <a:lnTo>
                    <a:pt x="4634322" y="4296156"/>
                  </a:lnTo>
                  <a:lnTo>
                    <a:pt x="4587225" y="4297679"/>
                  </a:lnTo>
                  <a:lnTo>
                    <a:pt x="716294" y="4297679"/>
                  </a:lnTo>
                  <a:lnTo>
                    <a:pt x="669197" y="4296156"/>
                  </a:lnTo>
                  <a:lnTo>
                    <a:pt x="622914" y="4291648"/>
                  </a:lnTo>
                  <a:lnTo>
                    <a:pt x="577539" y="4284250"/>
                  </a:lnTo>
                  <a:lnTo>
                    <a:pt x="533166" y="4274057"/>
                  </a:lnTo>
                  <a:lnTo>
                    <a:pt x="489890" y="4261162"/>
                  </a:lnTo>
                  <a:lnTo>
                    <a:pt x="447804" y="4245661"/>
                  </a:lnTo>
                  <a:lnTo>
                    <a:pt x="407004" y="4227647"/>
                  </a:lnTo>
                  <a:lnTo>
                    <a:pt x="367584" y="4207216"/>
                  </a:lnTo>
                  <a:lnTo>
                    <a:pt x="329637" y="4184461"/>
                  </a:lnTo>
                  <a:lnTo>
                    <a:pt x="293260" y="4159476"/>
                  </a:lnTo>
                  <a:lnTo>
                    <a:pt x="258545" y="4132357"/>
                  </a:lnTo>
                  <a:lnTo>
                    <a:pt x="225588" y="4103197"/>
                  </a:lnTo>
                  <a:lnTo>
                    <a:pt x="194482" y="4072092"/>
                  </a:lnTo>
                  <a:lnTo>
                    <a:pt x="165322" y="4039134"/>
                  </a:lnTo>
                  <a:lnTo>
                    <a:pt x="138203" y="4004419"/>
                  </a:lnTo>
                  <a:lnTo>
                    <a:pt x="113218" y="3968042"/>
                  </a:lnTo>
                  <a:lnTo>
                    <a:pt x="90463" y="3930096"/>
                  </a:lnTo>
                  <a:lnTo>
                    <a:pt x="70032" y="3890675"/>
                  </a:lnTo>
                  <a:lnTo>
                    <a:pt x="52018" y="3849875"/>
                  </a:lnTo>
                  <a:lnTo>
                    <a:pt x="36517" y="3807790"/>
                  </a:lnTo>
                  <a:lnTo>
                    <a:pt x="23622" y="3764513"/>
                  </a:lnTo>
                  <a:lnTo>
                    <a:pt x="13429" y="3720140"/>
                  </a:lnTo>
                  <a:lnTo>
                    <a:pt x="6031" y="3674765"/>
                  </a:lnTo>
                  <a:lnTo>
                    <a:pt x="1523" y="3628482"/>
                  </a:lnTo>
                  <a:lnTo>
                    <a:pt x="0" y="3581385"/>
                  </a:lnTo>
                  <a:lnTo>
                    <a:pt x="0" y="716294"/>
                  </a:lnTo>
                  <a:close/>
                </a:path>
              </a:pathLst>
            </a:custGeom>
            <a:noFill/>
            <a:ln w="9524">
              <a:solidFill>
                <a:srgbClr val="b7c9e1"/>
              </a:solidFill>
              <a:round/>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ndParaRPr>
            </a:p>
          </p:txBody>
        </p:sp>
      </p:grpSp>
      <p:sp>
        <p:nvSpPr>
          <p:cNvPr id="93" name="object 10"/>
          <p:cNvSpPr/>
          <p:nvPr/>
        </p:nvSpPr>
        <p:spPr>
          <a:xfrm>
            <a:off x="7621200" y="3014280"/>
            <a:ext cx="3385440" cy="860400"/>
          </a:xfrm>
          <a:prstGeom prst="rect">
            <a:avLst/>
          </a:prstGeom>
          <a:noFill/>
          <a:ln w="0">
            <a:noFill/>
          </a:ln>
        </p:spPr>
        <p:style>
          <a:lnRef idx="0"/>
          <a:fillRef idx="0"/>
          <a:effectRef idx="0"/>
          <a:fontRef idx="minor"/>
        </p:style>
        <p:txBody>
          <a:bodyPr lIns="0" rIns="0" tIns="12600" bIns="0" anchor="t">
            <a:spAutoFit/>
          </a:bodyPr>
          <a:p>
            <a:pPr algn="ctr">
              <a:lnSpc>
                <a:spcPct val="100000"/>
              </a:lnSpc>
              <a:spcBef>
                <a:spcPts val="99"/>
              </a:spcBef>
            </a:pPr>
            <a:r>
              <a:rPr b="1" lang="en-US" sz="1800" spc="-1" strike="noStrike">
                <a:solidFill>
                  <a:srgbClr val="17365d"/>
                </a:solidFill>
                <a:latin typeface="Arial"/>
                <a:hlinkClick r:id="rId5"/>
              </a:rPr>
              <a:t>Volunteer Activity Diagram</a:t>
            </a:r>
            <a:endParaRPr b="0" lang="en-US" sz="1800" spc="-1" strike="noStrike">
              <a:solidFill>
                <a:srgbClr val="000000"/>
              </a:solidFill>
              <a:latin typeface="Arial"/>
            </a:endParaRPr>
          </a:p>
          <a:p>
            <a:pPr algn="ctr">
              <a:lnSpc>
                <a:spcPct val="100000"/>
              </a:lnSpc>
              <a:spcBef>
                <a:spcPts val="99"/>
              </a:spcBef>
            </a:pPr>
            <a:r>
              <a:rPr b="1" lang="en-US" sz="1800" spc="-1" strike="noStrike">
                <a:solidFill>
                  <a:srgbClr val="17365d"/>
                </a:solidFill>
                <a:latin typeface="Arial"/>
                <a:hlinkClick r:id="rId6"/>
              </a:rPr>
              <a:t>NGO Activity Diagram</a:t>
            </a:r>
            <a:endParaRPr b="0" lang="en-US" sz="1800" spc="-1" strike="noStrike">
              <a:solidFill>
                <a:srgbClr val="000000"/>
              </a:solidFill>
              <a:latin typeface="Arial"/>
            </a:endParaRPr>
          </a:p>
          <a:p>
            <a:pPr algn="ctr">
              <a:lnSpc>
                <a:spcPct val="100000"/>
              </a:lnSpc>
              <a:spcBef>
                <a:spcPts val="99"/>
              </a:spcBef>
            </a:pPr>
            <a:r>
              <a:rPr b="1" lang="en-US" sz="1800" spc="-1" strike="noStrike">
                <a:solidFill>
                  <a:srgbClr val="17365d"/>
                </a:solidFill>
                <a:latin typeface="Arial"/>
                <a:hlinkClick r:id="rId7"/>
              </a:rPr>
              <a:t>Corporate Activity Diagram</a:t>
            </a:r>
            <a:endParaRPr b="0" lang="en-US" sz="1800" spc="-1" strike="noStrike">
              <a:solidFill>
                <a:srgbClr val="000000"/>
              </a:solidFill>
              <a:latin typeface="Arial"/>
            </a:endParaRPr>
          </a:p>
        </p:txBody>
      </p:sp>
      <p:sp>
        <p:nvSpPr>
          <p:cNvPr id="94" name="object 11"/>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ndParaRPr>
          </a:p>
        </p:txBody>
      </p:sp>
      <p:sp>
        <p:nvSpPr>
          <p:cNvPr id="95" name="PlaceHolder 2"/>
          <p:cNvSpPr>
            <a:spLocks noGrp="1"/>
          </p:cNvSpPr>
          <p:nvPr>
            <p:ph type="sldNum" idx="20"/>
          </p:nvPr>
        </p:nvSpPr>
        <p:spPr>
          <a:xfrm>
            <a:off x="11361960" y="6542280"/>
            <a:ext cx="216360" cy="3979440"/>
          </a:xfrm>
          <a:prstGeom prst="rect">
            <a:avLst/>
          </a:prstGeom>
          <a:noFill/>
          <a:ln w="0">
            <a:noFill/>
          </a:ln>
        </p:spPr>
        <p:txBody>
          <a:bodyPr lIns="0" rIns="0" tIns="1800" bIns="0" anchor="t">
            <a:noAutofit/>
          </a:bodyPr>
          <a:lstStyle>
            <a:lvl1pPr marL="38160" indent="0">
              <a:lnSpc>
                <a:spcPct val="100000"/>
              </a:lnSpc>
              <a:spcBef>
                <a:spcPts val="14"/>
              </a:spcBef>
              <a:buNone/>
              <a:defRPr b="0" lang="en-US" sz="900" spc="-26" strike="noStrike">
                <a:solidFill>
                  <a:srgbClr val="667085"/>
                </a:solidFill>
                <a:latin typeface="Arial MT"/>
              </a:defRPr>
            </a:lvl1pPr>
          </a:lstStyle>
          <a:p>
            <a:pPr marL="38160" indent="0">
              <a:lnSpc>
                <a:spcPct val="100000"/>
              </a:lnSpc>
              <a:spcBef>
                <a:spcPts val="14"/>
              </a:spcBef>
              <a:buNone/>
            </a:pPr>
            <a:r>
              <a:rPr b="0" lang="en-US" sz="900" spc="-26" strike="noStrike">
                <a:solidFill>
                  <a:srgbClr val="667085"/>
                </a:solidFill>
                <a:latin typeface="Arial MT"/>
              </a:rPr>
              <a:t>9</a:t>
            </a:r>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667440" y="331200"/>
            <a:ext cx="3107160" cy="1157760"/>
          </a:xfrm>
          <a:prstGeom prst="rect">
            <a:avLst/>
          </a:prstGeom>
          <a:noFill/>
          <a:ln w="0">
            <a:noFill/>
          </a:ln>
        </p:spPr>
        <p:txBody>
          <a:bodyPr lIns="0" rIns="0" tIns="12600" bIns="0" anchor="t">
            <a:noAutofit/>
          </a:bodyPr>
          <a:p>
            <a:pPr marL="12600" indent="0">
              <a:lnSpc>
                <a:spcPct val="100000"/>
              </a:lnSpc>
              <a:spcBef>
                <a:spcPts val="99"/>
              </a:spcBef>
              <a:buNone/>
            </a:pPr>
            <a:r>
              <a:rPr b="1" lang="en-US" sz="2800" spc="-1" strike="noStrike">
                <a:solidFill>
                  <a:srgbClr val="17365d"/>
                </a:solidFill>
                <a:latin typeface="Arial"/>
              </a:rPr>
              <a:t>Sequence</a:t>
            </a:r>
            <a:r>
              <a:rPr b="1" lang="en-US" sz="2800" spc="-100" strike="noStrike">
                <a:solidFill>
                  <a:srgbClr val="17365d"/>
                </a:solidFill>
                <a:latin typeface="Arial"/>
              </a:rPr>
              <a:t> </a:t>
            </a:r>
            <a:r>
              <a:rPr b="1" lang="en-US" sz="2800" spc="-1" strike="noStrike">
                <a:solidFill>
                  <a:srgbClr val="17365d"/>
                </a:solidFill>
                <a:latin typeface="Arial"/>
              </a:rPr>
              <a:t>&amp;</a:t>
            </a:r>
            <a:r>
              <a:rPr b="1" lang="en-US" sz="2800" spc="-100" strike="noStrike">
                <a:solidFill>
                  <a:srgbClr val="17365d"/>
                </a:solidFill>
                <a:latin typeface="Arial"/>
              </a:rPr>
              <a:t> </a:t>
            </a:r>
            <a:r>
              <a:rPr b="1" lang="en-US" sz="2800" spc="-12" strike="noStrike">
                <a:solidFill>
                  <a:srgbClr val="17365d"/>
                </a:solidFill>
                <a:latin typeface="Arial"/>
              </a:rPr>
              <a:t>Class Diagram</a:t>
            </a:r>
            <a:endParaRPr b="0" lang="en-US" sz="2800" spc="-1" strike="noStrike">
              <a:solidFill>
                <a:srgbClr val="000000"/>
              </a:solidFill>
              <a:latin typeface="Calibri"/>
            </a:endParaRPr>
          </a:p>
        </p:txBody>
      </p:sp>
      <p:grpSp>
        <p:nvGrpSpPr>
          <p:cNvPr id="97" name="object 3"/>
          <p:cNvGrpSpPr/>
          <p:nvPr/>
        </p:nvGrpSpPr>
        <p:grpSpPr>
          <a:xfrm>
            <a:off x="640080" y="1417320"/>
            <a:ext cx="5303160" cy="4297320"/>
            <a:chOff x="640080" y="1417320"/>
            <a:chExt cx="5303160" cy="4297320"/>
          </a:xfrm>
        </p:grpSpPr>
        <p:sp>
          <p:nvSpPr>
            <p:cNvPr id="98" name="object 4"/>
            <p:cNvSpPr/>
            <p:nvPr/>
          </p:nvSpPr>
          <p:spPr>
            <a:xfrm>
              <a:off x="640080" y="1417320"/>
              <a:ext cx="5303160" cy="4297320"/>
            </a:xfrm>
            <a:custGeom>
              <a:avLst/>
              <a:gdLst>
                <a:gd name="textAreaLeft" fmla="*/ 0 w 5303160"/>
                <a:gd name="textAreaRight" fmla="*/ 5303520 w 5303160"/>
                <a:gd name="textAreaTop" fmla="*/ 0 h 4297320"/>
                <a:gd name="textAreaBottom" fmla="*/ 4297680 h 4297320"/>
              </a:gdLst>
              <a:ahLst/>
              <a:rect l="textAreaLeft" t="textAreaTop" r="textAreaRight" b="textAreaBottom"/>
              <a:pathLst>
                <a:path w="5303520" h="4297680">
                  <a:moveTo>
                    <a:pt x="4587225" y="4297679"/>
                  </a:moveTo>
                  <a:lnTo>
                    <a:pt x="716294" y="4297679"/>
                  </a:lnTo>
                  <a:lnTo>
                    <a:pt x="669197" y="4296156"/>
                  </a:lnTo>
                  <a:lnTo>
                    <a:pt x="622914" y="4291648"/>
                  </a:lnTo>
                  <a:lnTo>
                    <a:pt x="577539" y="4284250"/>
                  </a:lnTo>
                  <a:lnTo>
                    <a:pt x="533166" y="4274057"/>
                  </a:lnTo>
                  <a:lnTo>
                    <a:pt x="489889" y="4261162"/>
                  </a:lnTo>
                  <a:lnTo>
                    <a:pt x="447804" y="4245661"/>
                  </a:lnTo>
                  <a:lnTo>
                    <a:pt x="407004" y="4227647"/>
                  </a:lnTo>
                  <a:lnTo>
                    <a:pt x="367584" y="4207216"/>
                  </a:lnTo>
                  <a:lnTo>
                    <a:pt x="329637" y="4184461"/>
                  </a:lnTo>
                  <a:lnTo>
                    <a:pt x="293260" y="4159476"/>
                  </a:lnTo>
                  <a:lnTo>
                    <a:pt x="258545" y="4132357"/>
                  </a:lnTo>
                  <a:lnTo>
                    <a:pt x="225587" y="4103197"/>
                  </a:lnTo>
                  <a:lnTo>
                    <a:pt x="194482" y="4072092"/>
                  </a:lnTo>
                  <a:lnTo>
                    <a:pt x="165322" y="4039134"/>
                  </a:lnTo>
                  <a:lnTo>
                    <a:pt x="138203" y="4004419"/>
                  </a:lnTo>
                  <a:lnTo>
                    <a:pt x="113218" y="3968042"/>
                  </a:lnTo>
                  <a:lnTo>
                    <a:pt x="90463" y="3930096"/>
                  </a:lnTo>
                  <a:lnTo>
                    <a:pt x="70032" y="3890675"/>
                  </a:lnTo>
                  <a:lnTo>
                    <a:pt x="52018" y="3849875"/>
                  </a:lnTo>
                  <a:lnTo>
                    <a:pt x="36517" y="3807790"/>
                  </a:lnTo>
                  <a:lnTo>
                    <a:pt x="23622" y="3764513"/>
                  </a:lnTo>
                  <a:lnTo>
                    <a:pt x="13429" y="3720140"/>
                  </a:lnTo>
                  <a:lnTo>
                    <a:pt x="6031" y="3674765"/>
                  </a:lnTo>
                  <a:lnTo>
                    <a:pt x="1523" y="3628482"/>
                  </a:lnTo>
                  <a:lnTo>
                    <a:pt x="0" y="3581385"/>
                  </a:lnTo>
                  <a:lnTo>
                    <a:pt x="0" y="716294"/>
                  </a:lnTo>
                  <a:lnTo>
                    <a:pt x="1523" y="669197"/>
                  </a:lnTo>
                  <a:lnTo>
                    <a:pt x="6031" y="622914"/>
                  </a:lnTo>
                  <a:lnTo>
                    <a:pt x="13429" y="577539"/>
                  </a:lnTo>
                  <a:lnTo>
                    <a:pt x="23622" y="533166"/>
                  </a:lnTo>
                  <a:lnTo>
                    <a:pt x="36517" y="489889"/>
                  </a:lnTo>
                  <a:lnTo>
                    <a:pt x="52018" y="447804"/>
                  </a:lnTo>
                  <a:lnTo>
                    <a:pt x="70032" y="407004"/>
                  </a:lnTo>
                  <a:lnTo>
                    <a:pt x="90463" y="367583"/>
                  </a:lnTo>
                  <a:lnTo>
                    <a:pt x="113218" y="329637"/>
                  </a:lnTo>
                  <a:lnTo>
                    <a:pt x="138203" y="293260"/>
                  </a:lnTo>
                  <a:lnTo>
                    <a:pt x="165322" y="258545"/>
                  </a:lnTo>
                  <a:lnTo>
                    <a:pt x="194482" y="225587"/>
                  </a:lnTo>
                  <a:lnTo>
                    <a:pt x="225587" y="194482"/>
                  </a:lnTo>
                  <a:lnTo>
                    <a:pt x="258545" y="165322"/>
                  </a:lnTo>
                  <a:lnTo>
                    <a:pt x="293260" y="138203"/>
                  </a:lnTo>
                  <a:lnTo>
                    <a:pt x="329637" y="113218"/>
                  </a:lnTo>
                  <a:lnTo>
                    <a:pt x="367584" y="90463"/>
                  </a:lnTo>
                  <a:lnTo>
                    <a:pt x="407004" y="70031"/>
                  </a:lnTo>
                  <a:lnTo>
                    <a:pt x="447804" y="52018"/>
                  </a:lnTo>
                  <a:lnTo>
                    <a:pt x="489889" y="36517"/>
                  </a:lnTo>
                  <a:lnTo>
                    <a:pt x="533166" y="23622"/>
                  </a:lnTo>
                  <a:lnTo>
                    <a:pt x="577539" y="13429"/>
                  </a:lnTo>
                  <a:lnTo>
                    <a:pt x="622914" y="6031"/>
                  </a:lnTo>
                  <a:lnTo>
                    <a:pt x="669197" y="1523"/>
                  </a:lnTo>
                  <a:lnTo>
                    <a:pt x="716294" y="0"/>
                  </a:lnTo>
                  <a:lnTo>
                    <a:pt x="4587225" y="0"/>
                  </a:lnTo>
                  <a:lnTo>
                    <a:pt x="4638813" y="1858"/>
                  </a:lnTo>
                  <a:lnTo>
                    <a:pt x="4689834" y="7384"/>
                  </a:lnTo>
                  <a:lnTo>
                    <a:pt x="4740109" y="16502"/>
                  </a:lnTo>
                  <a:lnTo>
                    <a:pt x="4789455" y="29138"/>
                  </a:lnTo>
                  <a:lnTo>
                    <a:pt x="4837693" y="45217"/>
                  </a:lnTo>
                  <a:lnTo>
                    <a:pt x="4884641" y="64664"/>
                  </a:lnTo>
                  <a:lnTo>
                    <a:pt x="4930120" y="87404"/>
                  </a:lnTo>
                  <a:lnTo>
                    <a:pt x="4973948" y="113362"/>
                  </a:lnTo>
                  <a:lnTo>
                    <a:pt x="5015945" y="142463"/>
                  </a:lnTo>
                  <a:lnTo>
                    <a:pt x="5055930" y="174633"/>
                  </a:lnTo>
                  <a:lnTo>
                    <a:pt x="5093722" y="209797"/>
                  </a:lnTo>
                  <a:lnTo>
                    <a:pt x="5128886" y="247590"/>
                  </a:lnTo>
                  <a:lnTo>
                    <a:pt x="5161056" y="287574"/>
                  </a:lnTo>
                  <a:lnTo>
                    <a:pt x="5190157" y="329571"/>
                  </a:lnTo>
                  <a:lnTo>
                    <a:pt x="5216115" y="373399"/>
                  </a:lnTo>
                  <a:lnTo>
                    <a:pt x="5238855" y="418878"/>
                  </a:lnTo>
                  <a:lnTo>
                    <a:pt x="5258302" y="465827"/>
                  </a:lnTo>
                  <a:lnTo>
                    <a:pt x="5274381" y="514064"/>
                  </a:lnTo>
                  <a:lnTo>
                    <a:pt x="5287017" y="563411"/>
                  </a:lnTo>
                  <a:lnTo>
                    <a:pt x="5296135" y="613685"/>
                  </a:lnTo>
                  <a:lnTo>
                    <a:pt x="5301661" y="664706"/>
                  </a:lnTo>
                  <a:lnTo>
                    <a:pt x="5303519" y="716294"/>
                  </a:lnTo>
                  <a:lnTo>
                    <a:pt x="5303519" y="3581385"/>
                  </a:lnTo>
                  <a:lnTo>
                    <a:pt x="5301996" y="3628482"/>
                  </a:lnTo>
                  <a:lnTo>
                    <a:pt x="5297488" y="3674765"/>
                  </a:lnTo>
                  <a:lnTo>
                    <a:pt x="5290090" y="3720140"/>
                  </a:lnTo>
                  <a:lnTo>
                    <a:pt x="5279897" y="3764513"/>
                  </a:lnTo>
                  <a:lnTo>
                    <a:pt x="5267002" y="3807790"/>
                  </a:lnTo>
                  <a:lnTo>
                    <a:pt x="5251501" y="3849875"/>
                  </a:lnTo>
                  <a:lnTo>
                    <a:pt x="5233487" y="3890675"/>
                  </a:lnTo>
                  <a:lnTo>
                    <a:pt x="5213056" y="3930096"/>
                  </a:lnTo>
                  <a:lnTo>
                    <a:pt x="5190301" y="3968042"/>
                  </a:lnTo>
                  <a:lnTo>
                    <a:pt x="5165316" y="4004419"/>
                  </a:lnTo>
                  <a:lnTo>
                    <a:pt x="5138197" y="4039134"/>
                  </a:lnTo>
                  <a:lnTo>
                    <a:pt x="5109037" y="4072092"/>
                  </a:lnTo>
                  <a:lnTo>
                    <a:pt x="5077932" y="4103197"/>
                  </a:lnTo>
                  <a:lnTo>
                    <a:pt x="5044974" y="4132357"/>
                  </a:lnTo>
                  <a:lnTo>
                    <a:pt x="5010259" y="4159476"/>
                  </a:lnTo>
                  <a:lnTo>
                    <a:pt x="4973882" y="4184461"/>
                  </a:lnTo>
                  <a:lnTo>
                    <a:pt x="4935936" y="4207216"/>
                  </a:lnTo>
                  <a:lnTo>
                    <a:pt x="4896515" y="4227647"/>
                  </a:lnTo>
                  <a:lnTo>
                    <a:pt x="4855715" y="4245661"/>
                  </a:lnTo>
                  <a:lnTo>
                    <a:pt x="4813630" y="4261162"/>
                  </a:lnTo>
                  <a:lnTo>
                    <a:pt x="4770353" y="4274057"/>
                  </a:lnTo>
                  <a:lnTo>
                    <a:pt x="4725980" y="4284250"/>
                  </a:lnTo>
                  <a:lnTo>
                    <a:pt x="4680605" y="4291648"/>
                  </a:lnTo>
                  <a:lnTo>
                    <a:pt x="4634322" y="4296156"/>
                  </a:lnTo>
                  <a:lnTo>
                    <a:pt x="4587225" y="4297679"/>
                  </a:lnTo>
                  <a:close/>
                </a:path>
              </a:pathLst>
            </a:custGeom>
            <a:solidFill>
              <a:srgbClr val="f3f6fa"/>
            </a:solidFill>
            <a:ln w="0">
              <a:noFill/>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ndParaRPr>
            </a:p>
          </p:txBody>
        </p:sp>
        <p:sp>
          <p:nvSpPr>
            <p:cNvPr id="99" name="object 5"/>
            <p:cNvSpPr/>
            <p:nvPr/>
          </p:nvSpPr>
          <p:spPr>
            <a:xfrm>
              <a:off x="640080" y="1417320"/>
              <a:ext cx="5303160" cy="4297320"/>
            </a:xfrm>
            <a:custGeom>
              <a:avLst/>
              <a:gdLst>
                <a:gd name="textAreaLeft" fmla="*/ 0 w 5303160"/>
                <a:gd name="textAreaRight" fmla="*/ 5303520 w 5303160"/>
                <a:gd name="textAreaTop" fmla="*/ 0 h 4297320"/>
                <a:gd name="textAreaBottom" fmla="*/ 4297680 h 4297320"/>
              </a:gdLst>
              <a:ahLst/>
              <a:rect l="textAreaLeft" t="textAreaTop" r="textAreaRight" b="textAreaBottom"/>
              <a:pathLst>
                <a:path w="5303520" h="4297680">
                  <a:moveTo>
                    <a:pt x="0" y="716294"/>
                  </a:moveTo>
                  <a:lnTo>
                    <a:pt x="1523" y="669197"/>
                  </a:lnTo>
                  <a:lnTo>
                    <a:pt x="6031" y="622914"/>
                  </a:lnTo>
                  <a:lnTo>
                    <a:pt x="13429" y="577539"/>
                  </a:lnTo>
                  <a:lnTo>
                    <a:pt x="23622" y="533166"/>
                  </a:lnTo>
                  <a:lnTo>
                    <a:pt x="36517" y="489889"/>
                  </a:lnTo>
                  <a:lnTo>
                    <a:pt x="52018" y="447804"/>
                  </a:lnTo>
                  <a:lnTo>
                    <a:pt x="70032" y="407004"/>
                  </a:lnTo>
                  <a:lnTo>
                    <a:pt x="90463" y="367583"/>
                  </a:lnTo>
                  <a:lnTo>
                    <a:pt x="113218" y="329637"/>
                  </a:lnTo>
                  <a:lnTo>
                    <a:pt x="138203" y="293260"/>
                  </a:lnTo>
                  <a:lnTo>
                    <a:pt x="165322" y="258545"/>
                  </a:lnTo>
                  <a:lnTo>
                    <a:pt x="194482" y="225587"/>
                  </a:lnTo>
                  <a:lnTo>
                    <a:pt x="225587" y="194482"/>
                  </a:lnTo>
                  <a:lnTo>
                    <a:pt x="258545" y="165322"/>
                  </a:lnTo>
                  <a:lnTo>
                    <a:pt x="293260" y="138203"/>
                  </a:lnTo>
                  <a:lnTo>
                    <a:pt x="329637" y="113218"/>
                  </a:lnTo>
                  <a:lnTo>
                    <a:pt x="367584" y="90463"/>
                  </a:lnTo>
                  <a:lnTo>
                    <a:pt x="407004" y="70031"/>
                  </a:lnTo>
                  <a:lnTo>
                    <a:pt x="447804" y="52018"/>
                  </a:lnTo>
                  <a:lnTo>
                    <a:pt x="489889" y="36517"/>
                  </a:lnTo>
                  <a:lnTo>
                    <a:pt x="533166" y="23622"/>
                  </a:lnTo>
                  <a:lnTo>
                    <a:pt x="577539" y="13429"/>
                  </a:lnTo>
                  <a:lnTo>
                    <a:pt x="622914" y="6031"/>
                  </a:lnTo>
                  <a:lnTo>
                    <a:pt x="669197" y="1523"/>
                  </a:lnTo>
                  <a:lnTo>
                    <a:pt x="716294" y="0"/>
                  </a:lnTo>
                  <a:lnTo>
                    <a:pt x="4587225" y="0"/>
                  </a:lnTo>
                  <a:lnTo>
                    <a:pt x="4638813" y="1858"/>
                  </a:lnTo>
                  <a:lnTo>
                    <a:pt x="4689834" y="7384"/>
                  </a:lnTo>
                  <a:lnTo>
                    <a:pt x="4740109" y="16502"/>
                  </a:lnTo>
                  <a:lnTo>
                    <a:pt x="4789455" y="29138"/>
                  </a:lnTo>
                  <a:lnTo>
                    <a:pt x="4837693" y="45217"/>
                  </a:lnTo>
                  <a:lnTo>
                    <a:pt x="4884641" y="64664"/>
                  </a:lnTo>
                  <a:lnTo>
                    <a:pt x="4930120" y="87404"/>
                  </a:lnTo>
                  <a:lnTo>
                    <a:pt x="4973948" y="113362"/>
                  </a:lnTo>
                  <a:lnTo>
                    <a:pt x="5015945" y="142463"/>
                  </a:lnTo>
                  <a:lnTo>
                    <a:pt x="5055930" y="174633"/>
                  </a:lnTo>
                  <a:lnTo>
                    <a:pt x="5093722" y="209797"/>
                  </a:lnTo>
                  <a:lnTo>
                    <a:pt x="5128886" y="247590"/>
                  </a:lnTo>
                  <a:lnTo>
                    <a:pt x="5161056" y="287574"/>
                  </a:lnTo>
                  <a:lnTo>
                    <a:pt x="5190157" y="329571"/>
                  </a:lnTo>
                  <a:lnTo>
                    <a:pt x="5216115" y="373399"/>
                  </a:lnTo>
                  <a:lnTo>
                    <a:pt x="5238855" y="418878"/>
                  </a:lnTo>
                  <a:lnTo>
                    <a:pt x="5258302" y="465827"/>
                  </a:lnTo>
                  <a:lnTo>
                    <a:pt x="5274381" y="514064"/>
                  </a:lnTo>
                  <a:lnTo>
                    <a:pt x="5287017" y="563411"/>
                  </a:lnTo>
                  <a:lnTo>
                    <a:pt x="5296135" y="613685"/>
                  </a:lnTo>
                  <a:lnTo>
                    <a:pt x="5301661" y="664706"/>
                  </a:lnTo>
                  <a:lnTo>
                    <a:pt x="5303519" y="716294"/>
                  </a:lnTo>
                  <a:lnTo>
                    <a:pt x="5303519" y="3581385"/>
                  </a:lnTo>
                  <a:lnTo>
                    <a:pt x="5301996" y="3628482"/>
                  </a:lnTo>
                  <a:lnTo>
                    <a:pt x="5297488" y="3674765"/>
                  </a:lnTo>
                  <a:lnTo>
                    <a:pt x="5290090" y="3720140"/>
                  </a:lnTo>
                  <a:lnTo>
                    <a:pt x="5279897" y="3764513"/>
                  </a:lnTo>
                  <a:lnTo>
                    <a:pt x="5267002" y="3807790"/>
                  </a:lnTo>
                  <a:lnTo>
                    <a:pt x="5251501" y="3849875"/>
                  </a:lnTo>
                  <a:lnTo>
                    <a:pt x="5233487" y="3890675"/>
                  </a:lnTo>
                  <a:lnTo>
                    <a:pt x="5213056" y="3930096"/>
                  </a:lnTo>
                  <a:lnTo>
                    <a:pt x="5190301" y="3968042"/>
                  </a:lnTo>
                  <a:lnTo>
                    <a:pt x="5165316" y="4004419"/>
                  </a:lnTo>
                  <a:lnTo>
                    <a:pt x="5138197" y="4039134"/>
                  </a:lnTo>
                  <a:lnTo>
                    <a:pt x="5109037" y="4072092"/>
                  </a:lnTo>
                  <a:lnTo>
                    <a:pt x="5077932" y="4103197"/>
                  </a:lnTo>
                  <a:lnTo>
                    <a:pt x="5044974" y="4132357"/>
                  </a:lnTo>
                  <a:lnTo>
                    <a:pt x="5010259" y="4159476"/>
                  </a:lnTo>
                  <a:lnTo>
                    <a:pt x="4973882" y="4184461"/>
                  </a:lnTo>
                  <a:lnTo>
                    <a:pt x="4935936" y="4207216"/>
                  </a:lnTo>
                  <a:lnTo>
                    <a:pt x="4896515" y="4227647"/>
                  </a:lnTo>
                  <a:lnTo>
                    <a:pt x="4855715" y="4245661"/>
                  </a:lnTo>
                  <a:lnTo>
                    <a:pt x="4813630" y="4261162"/>
                  </a:lnTo>
                  <a:lnTo>
                    <a:pt x="4770353" y="4274057"/>
                  </a:lnTo>
                  <a:lnTo>
                    <a:pt x="4725980" y="4284250"/>
                  </a:lnTo>
                  <a:lnTo>
                    <a:pt x="4680605" y="4291648"/>
                  </a:lnTo>
                  <a:lnTo>
                    <a:pt x="4634322" y="4296156"/>
                  </a:lnTo>
                  <a:lnTo>
                    <a:pt x="4587225" y="4297679"/>
                  </a:lnTo>
                  <a:lnTo>
                    <a:pt x="716294" y="4297679"/>
                  </a:lnTo>
                  <a:lnTo>
                    <a:pt x="669197" y="4296156"/>
                  </a:lnTo>
                  <a:lnTo>
                    <a:pt x="622914" y="4291648"/>
                  </a:lnTo>
                  <a:lnTo>
                    <a:pt x="577539" y="4284250"/>
                  </a:lnTo>
                  <a:lnTo>
                    <a:pt x="533166" y="4274057"/>
                  </a:lnTo>
                  <a:lnTo>
                    <a:pt x="489889" y="4261162"/>
                  </a:lnTo>
                  <a:lnTo>
                    <a:pt x="447804" y="4245661"/>
                  </a:lnTo>
                  <a:lnTo>
                    <a:pt x="407004" y="4227647"/>
                  </a:lnTo>
                  <a:lnTo>
                    <a:pt x="367584" y="4207216"/>
                  </a:lnTo>
                  <a:lnTo>
                    <a:pt x="329637" y="4184461"/>
                  </a:lnTo>
                  <a:lnTo>
                    <a:pt x="293260" y="4159476"/>
                  </a:lnTo>
                  <a:lnTo>
                    <a:pt x="258545" y="4132357"/>
                  </a:lnTo>
                  <a:lnTo>
                    <a:pt x="225587" y="4103197"/>
                  </a:lnTo>
                  <a:lnTo>
                    <a:pt x="194482" y="4072092"/>
                  </a:lnTo>
                  <a:lnTo>
                    <a:pt x="165322" y="4039134"/>
                  </a:lnTo>
                  <a:lnTo>
                    <a:pt x="138203" y="4004419"/>
                  </a:lnTo>
                  <a:lnTo>
                    <a:pt x="113218" y="3968042"/>
                  </a:lnTo>
                  <a:lnTo>
                    <a:pt x="90463" y="3930096"/>
                  </a:lnTo>
                  <a:lnTo>
                    <a:pt x="70032" y="3890675"/>
                  </a:lnTo>
                  <a:lnTo>
                    <a:pt x="52018" y="3849875"/>
                  </a:lnTo>
                  <a:lnTo>
                    <a:pt x="36517" y="3807790"/>
                  </a:lnTo>
                  <a:lnTo>
                    <a:pt x="23622" y="3764513"/>
                  </a:lnTo>
                  <a:lnTo>
                    <a:pt x="13429" y="3720140"/>
                  </a:lnTo>
                  <a:lnTo>
                    <a:pt x="6031" y="3674765"/>
                  </a:lnTo>
                  <a:lnTo>
                    <a:pt x="1523" y="3628482"/>
                  </a:lnTo>
                  <a:lnTo>
                    <a:pt x="0" y="3581385"/>
                  </a:lnTo>
                  <a:lnTo>
                    <a:pt x="0" y="716294"/>
                  </a:lnTo>
                  <a:close/>
                </a:path>
              </a:pathLst>
            </a:custGeom>
            <a:noFill/>
            <a:ln w="9524">
              <a:solidFill>
                <a:srgbClr val="b7c9e1"/>
              </a:solidFill>
              <a:round/>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ndParaRPr>
            </a:p>
          </p:txBody>
        </p:sp>
      </p:grpSp>
      <p:sp>
        <p:nvSpPr>
          <p:cNvPr id="100" name="object 6"/>
          <p:cNvSpPr/>
          <p:nvPr/>
        </p:nvSpPr>
        <p:spPr>
          <a:xfrm>
            <a:off x="1600200" y="2781360"/>
            <a:ext cx="3579480" cy="1333440"/>
          </a:xfrm>
          <a:prstGeom prst="rect">
            <a:avLst/>
          </a:prstGeom>
          <a:noFill/>
          <a:ln w="0">
            <a:noFill/>
          </a:ln>
        </p:spPr>
        <p:style>
          <a:lnRef idx="0"/>
          <a:fillRef idx="0"/>
          <a:effectRef idx="0"/>
          <a:fontRef idx="minor"/>
        </p:style>
        <p:txBody>
          <a:bodyPr lIns="0" rIns="0" tIns="12600" bIns="0" anchor="t">
            <a:spAutoFit/>
          </a:bodyPr>
          <a:p>
            <a:pPr algn="ctr">
              <a:lnSpc>
                <a:spcPct val="100000"/>
              </a:lnSpc>
              <a:spcBef>
                <a:spcPts val="99"/>
              </a:spcBef>
            </a:pPr>
            <a:r>
              <a:rPr b="1" lang="en-US" sz="1800" spc="-1" strike="noStrike">
                <a:solidFill>
                  <a:srgbClr val="17365d"/>
                </a:solidFill>
                <a:latin typeface="Arial"/>
                <a:hlinkClick r:id="rId1"/>
              </a:rPr>
              <a:t> Sequence Diagram Volunteer</a:t>
            </a:r>
            <a:endParaRPr b="0" lang="en-US" sz="1800" spc="-1" strike="noStrike">
              <a:solidFill>
                <a:srgbClr val="000000"/>
              </a:solidFill>
              <a:latin typeface="Arial"/>
            </a:endParaRPr>
          </a:p>
          <a:p>
            <a:pPr algn="ctr">
              <a:lnSpc>
                <a:spcPct val="100000"/>
              </a:lnSpc>
              <a:spcBef>
                <a:spcPts val="99"/>
              </a:spcBef>
            </a:pPr>
            <a:r>
              <a:rPr b="1" lang="en-US" sz="1800" spc="-1" strike="noStrike">
                <a:solidFill>
                  <a:srgbClr val="17365d"/>
                </a:solidFill>
                <a:latin typeface="Arial"/>
                <a:hlinkClick r:id="rId2"/>
              </a:rPr>
              <a:t> Sequence Diagram NGO</a:t>
            </a:r>
            <a:endParaRPr b="0" lang="en-US" sz="1800" spc="-1" strike="noStrike">
              <a:solidFill>
                <a:srgbClr val="000000"/>
              </a:solidFill>
              <a:latin typeface="Arial"/>
            </a:endParaRPr>
          </a:p>
          <a:p>
            <a:pPr algn="ctr">
              <a:lnSpc>
                <a:spcPct val="100000"/>
              </a:lnSpc>
              <a:spcBef>
                <a:spcPts val="99"/>
              </a:spcBef>
            </a:pPr>
            <a:r>
              <a:rPr b="1" lang="en-US" sz="1800" spc="-1" strike="noStrike">
                <a:solidFill>
                  <a:srgbClr val="17365d"/>
                </a:solidFill>
                <a:latin typeface="Arial"/>
                <a:hlinkClick r:id="rId3"/>
              </a:rPr>
              <a:t> Sequence Diagram Corporate</a:t>
            </a:r>
            <a:endParaRPr b="0" lang="en-US" sz="1800" spc="-1" strike="noStrike">
              <a:solidFill>
                <a:srgbClr val="000000"/>
              </a:solidFill>
              <a:latin typeface="Arial"/>
            </a:endParaRPr>
          </a:p>
          <a:p>
            <a:pPr algn="ctr">
              <a:lnSpc>
                <a:spcPct val="100000"/>
              </a:lnSpc>
              <a:spcBef>
                <a:spcPts val="99"/>
              </a:spcBef>
            </a:pPr>
            <a:r>
              <a:rPr b="1" lang="en-US" sz="1800" spc="-1" strike="noStrike">
                <a:solidFill>
                  <a:srgbClr val="17365d"/>
                </a:solidFill>
                <a:latin typeface="Arial"/>
                <a:hlinkClick r:id="rId4"/>
              </a:rPr>
              <a:t> Sequence Diagram Admin</a:t>
            </a:r>
            <a:endParaRPr b="0" lang="en-US" sz="1800" spc="-1" strike="noStrike">
              <a:solidFill>
                <a:srgbClr val="000000"/>
              </a:solidFill>
              <a:latin typeface="Arial"/>
            </a:endParaRPr>
          </a:p>
          <a:p>
            <a:pPr algn="ctr">
              <a:lnSpc>
                <a:spcPct val="100000"/>
              </a:lnSpc>
              <a:spcBef>
                <a:spcPts val="26"/>
              </a:spcBef>
            </a:pPr>
            <a:endParaRPr b="0" lang="en-US" sz="1200" spc="-1" strike="noStrike">
              <a:solidFill>
                <a:srgbClr val="000000"/>
              </a:solidFill>
              <a:latin typeface="Arial"/>
            </a:endParaRPr>
          </a:p>
        </p:txBody>
      </p:sp>
      <p:grpSp>
        <p:nvGrpSpPr>
          <p:cNvPr id="101" name="object 7"/>
          <p:cNvGrpSpPr/>
          <p:nvPr/>
        </p:nvGrpSpPr>
        <p:grpSpPr>
          <a:xfrm>
            <a:off x="6263640" y="1417320"/>
            <a:ext cx="5303160" cy="4297320"/>
            <a:chOff x="6263640" y="1417320"/>
            <a:chExt cx="5303160" cy="4297320"/>
          </a:xfrm>
        </p:grpSpPr>
        <p:sp>
          <p:nvSpPr>
            <p:cNvPr id="102" name="object 8"/>
            <p:cNvSpPr/>
            <p:nvPr/>
          </p:nvSpPr>
          <p:spPr>
            <a:xfrm>
              <a:off x="6263640" y="1417320"/>
              <a:ext cx="5303160" cy="4297320"/>
            </a:xfrm>
            <a:custGeom>
              <a:avLst/>
              <a:gdLst>
                <a:gd name="textAreaLeft" fmla="*/ 0 w 5303160"/>
                <a:gd name="textAreaRight" fmla="*/ 5303520 w 5303160"/>
                <a:gd name="textAreaTop" fmla="*/ 0 h 4297320"/>
                <a:gd name="textAreaBottom" fmla="*/ 4297680 h 4297320"/>
              </a:gdLst>
              <a:ahLst/>
              <a:rect l="textAreaLeft" t="textAreaTop" r="textAreaRight" b="textAreaBottom"/>
              <a:pathLst>
                <a:path w="5303520" h="4297680">
                  <a:moveTo>
                    <a:pt x="4587225" y="4297679"/>
                  </a:moveTo>
                  <a:lnTo>
                    <a:pt x="716294" y="4297679"/>
                  </a:lnTo>
                  <a:lnTo>
                    <a:pt x="669197" y="4296156"/>
                  </a:lnTo>
                  <a:lnTo>
                    <a:pt x="622914" y="4291648"/>
                  </a:lnTo>
                  <a:lnTo>
                    <a:pt x="577539" y="4284250"/>
                  </a:lnTo>
                  <a:lnTo>
                    <a:pt x="533166" y="4274057"/>
                  </a:lnTo>
                  <a:lnTo>
                    <a:pt x="489890" y="4261162"/>
                  </a:lnTo>
                  <a:lnTo>
                    <a:pt x="447804" y="4245661"/>
                  </a:lnTo>
                  <a:lnTo>
                    <a:pt x="407004" y="4227647"/>
                  </a:lnTo>
                  <a:lnTo>
                    <a:pt x="367584" y="4207216"/>
                  </a:lnTo>
                  <a:lnTo>
                    <a:pt x="329637" y="4184461"/>
                  </a:lnTo>
                  <a:lnTo>
                    <a:pt x="293260" y="4159476"/>
                  </a:lnTo>
                  <a:lnTo>
                    <a:pt x="258545" y="4132357"/>
                  </a:lnTo>
                  <a:lnTo>
                    <a:pt x="225588" y="4103197"/>
                  </a:lnTo>
                  <a:lnTo>
                    <a:pt x="194482" y="4072092"/>
                  </a:lnTo>
                  <a:lnTo>
                    <a:pt x="165322" y="4039134"/>
                  </a:lnTo>
                  <a:lnTo>
                    <a:pt x="138203" y="4004419"/>
                  </a:lnTo>
                  <a:lnTo>
                    <a:pt x="113218" y="3968042"/>
                  </a:lnTo>
                  <a:lnTo>
                    <a:pt x="90463" y="3930096"/>
                  </a:lnTo>
                  <a:lnTo>
                    <a:pt x="70032" y="3890675"/>
                  </a:lnTo>
                  <a:lnTo>
                    <a:pt x="52018" y="3849875"/>
                  </a:lnTo>
                  <a:lnTo>
                    <a:pt x="36517" y="3807790"/>
                  </a:lnTo>
                  <a:lnTo>
                    <a:pt x="23622" y="3764513"/>
                  </a:lnTo>
                  <a:lnTo>
                    <a:pt x="13429" y="3720140"/>
                  </a:lnTo>
                  <a:lnTo>
                    <a:pt x="6031" y="3674765"/>
                  </a:lnTo>
                  <a:lnTo>
                    <a:pt x="1523" y="3628482"/>
                  </a:lnTo>
                  <a:lnTo>
                    <a:pt x="0" y="3581385"/>
                  </a:lnTo>
                  <a:lnTo>
                    <a:pt x="0" y="716294"/>
                  </a:lnTo>
                  <a:lnTo>
                    <a:pt x="1523" y="669197"/>
                  </a:lnTo>
                  <a:lnTo>
                    <a:pt x="6031" y="622914"/>
                  </a:lnTo>
                  <a:lnTo>
                    <a:pt x="13429" y="577539"/>
                  </a:lnTo>
                  <a:lnTo>
                    <a:pt x="23622" y="533166"/>
                  </a:lnTo>
                  <a:lnTo>
                    <a:pt x="36517" y="489889"/>
                  </a:lnTo>
                  <a:lnTo>
                    <a:pt x="52018" y="447804"/>
                  </a:lnTo>
                  <a:lnTo>
                    <a:pt x="70032" y="407004"/>
                  </a:lnTo>
                  <a:lnTo>
                    <a:pt x="90463" y="367583"/>
                  </a:lnTo>
                  <a:lnTo>
                    <a:pt x="113218" y="329637"/>
                  </a:lnTo>
                  <a:lnTo>
                    <a:pt x="138203" y="293260"/>
                  </a:lnTo>
                  <a:lnTo>
                    <a:pt x="165322" y="258545"/>
                  </a:lnTo>
                  <a:lnTo>
                    <a:pt x="194482" y="225587"/>
                  </a:lnTo>
                  <a:lnTo>
                    <a:pt x="225588" y="194482"/>
                  </a:lnTo>
                  <a:lnTo>
                    <a:pt x="258545" y="165322"/>
                  </a:lnTo>
                  <a:lnTo>
                    <a:pt x="293260" y="138203"/>
                  </a:lnTo>
                  <a:lnTo>
                    <a:pt x="329637" y="113218"/>
                  </a:lnTo>
                  <a:lnTo>
                    <a:pt x="367584" y="90463"/>
                  </a:lnTo>
                  <a:lnTo>
                    <a:pt x="407004" y="70031"/>
                  </a:lnTo>
                  <a:lnTo>
                    <a:pt x="447804" y="52018"/>
                  </a:lnTo>
                  <a:lnTo>
                    <a:pt x="489890" y="36517"/>
                  </a:lnTo>
                  <a:lnTo>
                    <a:pt x="533166" y="23622"/>
                  </a:lnTo>
                  <a:lnTo>
                    <a:pt x="577539" y="13429"/>
                  </a:lnTo>
                  <a:lnTo>
                    <a:pt x="622914" y="6031"/>
                  </a:lnTo>
                  <a:lnTo>
                    <a:pt x="669197" y="1523"/>
                  </a:lnTo>
                  <a:lnTo>
                    <a:pt x="716294" y="0"/>
                  </a:lnTo>
                  <a:lnTo>
                    <a:pt x="4587225" y="0"/>
                  </a:lnTo>
                  <a:lnTo>
                    <a:pt x="4638813" y="1858"/>
                  </a:lnTo>
                  <a:lnTo>
                    <a:pt x="4689834" y="7384"/>
                  </a:lnTo>
                  <a:lnTo>
                    <a:pt x="4740108" y="16502"/>
                  </a:lnTo>
                  <a:lnTo>
                    <a:pt x="4789455" y="29138"/>
                  </a:lnTo>
                  <a:lnTo>
                    <a:pt x="4837693" y="45217"/>
                  </a:lnTo>
                  <a:lnTo>
                    <a:pt x="4884641" y="64664"/>
                  </a:lnTo>
                  <a:lnTo>
                    <a:pt x="4930120" y="87404"/>
                  </a:lnTo>
                  <a:lnTo>
                    <a:pt x="4973948" y="113362"/>
                  </a:lnTo>
                  <a:lnTo>
                    <a:pt x="5015945" y="142463"/>
                  </a:lnTo>
                  <a:lnTo>
                    <a:pt x="5055930" y="174633"/>
                  </a:lnTo>
                  <a:lnTo>
                    <a:pt x="5093722" y="209797"/>
                  </a:lnTo>
                  <a:lnTo>
                    <a:pt x="5128886" y="247590"/>
                  </a:lnTo>
                  <a:lnTo>
                    <a:pt x="5161056" y="287574"/>
                  </a:lnTo>
                  <a:lnTo>
                    <a:pt x="5190157" y="329571"/>
                  </a:lnTo>
                  <a:lnTo>
                    <a:pt x="5216116" y="373399"/>
                  </a:lnTo>
                  <a:lnTo>
                    <a:pt x="5238855" y="418878"/>
                  </a:lnTo>
                  <a:lnTo>
                    <a:pt x="5258302" y="465827"/>
                  </a:lnTo>
                  <a:lnTo>
                    <a:pt x="5274381" y="514064"/>
                  </a:lnTo>
                  <a:lnTo>
                    <a:pt x="5287017" y="563411"/>
                  </a:lnTo>
                  <a:lnTo>
                    <a:pt x="5296135" y="613685"/>
                  </a:lnTo>
                  <a:lnTo>
                    <a:pt x="5301661" y="664706"/>
                  </a:lnTo>
                  <a:lnTo>
                    <a:pt x="5303519" y="716294"/>
                  </a:lnTo>
                  <a:lnTo>
                    <a:pt x="5303519" y="3581385"/>
                  </a:lnTo>
                  <a:lnTo>
                    <a:pt x="5301996" y="3628482"/>
                  </a:lnTo>
                  <a:lnTo>
                    <a:pt x="5297488" y="3674765"/>
                  </a:lnTo>
                  <a:lnTo>
                    <a:pt x="5290090" y="3720140"/>
                  </a:lnTo>
                  <a:lnTo>
                    <a:pt x="5279897" y="3764513"/>
                  </a:lnTo>
                  <a:lnTo>
                    <a:pt x="5267002" y="3807790"/>
                  </a:lnTo>
                  <a:lnTo>
                    <a:pt x="5251501" y="3849875"/>
                  </a:lnTo>
                  <a:lnTo>
                    <a:pt x="5233487" y="3890675"/>
                  </a:lnTo>
                  <a:lnTo>
                    <a:pt x="5213056" y="3930096"/>
                  </a:lnTo>
                  <a:lnTo>
                    <a:pt x="5190301" y="3968042"/>
                  </a:lnTo>
                  <a:lnTo>
                    <a:pt x="5165316" y="4004419"/>
                  </a:lnTo>
                  <a:lnTo>
                    <a:pt x="5138197" y="4039134"/>
                  </a:lnTo>
                  <a:lnTo>
                    <a:pt x="5109037" y="4072092"/>
                  </a:lnTo>
                  <a:lnTo>
                    <a:pt x="5077931" y="4103197"/>
                  </a:lnTo>
                  <a:lnTo>
                    <a:pt x="5044974" y="4132357"/>
                  </a:lnTo>
                  <a:lnTo>
                    <a:pt x="5010259" y="4159476"/>
                  </a:lnTo>
                  <a:lnTo>
                    <a:pt x="4973882" y="4184461"/>
                  </a:lnTo>
                  <a:lnTo>
                    <a:pt x="4935935" y="4207216"/>
                  </a:lnTo>
                  <a:lnTo>
                    <a:pt x="4896515" y="4227647"/>
                  </a:lnTo>
                  <a:lnTo>
                    <a:pt x="4855715" y="4245661"/>
                  </a:lnTo>
                  <a:lnTo>
                    <a:pt x="4813629" y="4261162"/>
                  </a:lnTo>
                  <a:lnTo>
                    <a:pt x="4770353" y="4274057"/>
                  </a:lnTo>
                  <a:lnTo>
                    <a:pt x="4725980" y="4284250"/>
                  </a:lnTo>
                  <a:lnTo>
                    <a:pt x="4680605" y="4291648"/>
                  </a:lnTo>
                  <a:lnTo>
                    <a:pt x="4634322" y="4296156"/>
                  </a:lnTo>
                  <a:lnTo>
                    <a:pt x="4587225" y="4297679"/>
                  </a:lnTo>
                  <a:close/>
                </a:path>
              </a:pathLst>
            </a:custGeom>
            <a:solidFill>
              <a:srgbClr val="f3f6fa"/>
            </a:solidFill>
            <a:ln w="0">
              <a:noFill/>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ndParaRPr>
            </a:p>
          </p:txBody>
        </p:sp>
        <p:sp>
          <p:nvSpPr>
            <p:cNvPr id="103" name="object 9"/>
            <p:cNvSpPr/>
            <p:nvPr/>
          </p:nvSpPr>
          <p:spPr>
            <a:xfrm>
              <a:off x="6263640" y="1417320"/>
              <a:ext cx="5303160" cy="4297320"/>
            </a:xfrm>
            <a:custGeom>
              <a:avLst/>
              <a:gdLst>
                <a:gd name="textAreaLeft" fmla="*/ 0 w 5303160"/>
                <a:gd name="textAreaRight" fmla="*/ 5303520 w 5303160"/>
                <a:gd name="textAreaTop" fmla="*/ 0 h 4297320"/>
                <a:gd name="textAreaBottom" fmla="*/ 4297680 h 4297320"/>
              </a:gdLst>
              <a:ahLst/>
              <a:rect l="textAreaLeft" t="textAreaTop" r="textAreaRight" b="textAreaBottom"/>
              <a:pathLst>
                <a:path w="5303520" h="4297680">
                  <a:moveTo>
                    <a:pt x="0" y="716294"/>
                  </a:moveTo>
                  <a:lnTo>
                    <a:pt x="1523" y="669197"/>
                  </a:lnTo>
                  <a:lnTo>
                    <a:pt x="6031" y="622914"/>
                  </a:lnTo>
                  <a:lnTo>
                    <a:pt x="13429" y="577539"/>
                  </a:lnTo>
                  <a:lnTo>
                    <a:pt x="23622" y="533166"/>
                  </a:lnTo>
                  <a:lnTo>
                    <a:pt x="36517" y="489889"/>
                  </a:lnTo>
                  <a:lnTo>
                    <a:pt x="52018" y="447804"/>
                  </a:lnTo>
                  <a:lnTo>
                    <a:pt x="70032" y="407004"/>
                  </a:lnTo>
                  <a:lnTo>
                    <a:pt x="90463" y="367583"/>
                  </a:lnTo>
                  <a:lnTo>
                    <a:pt x="113218" y="329637"/>
                  </a:lnTo>
                  <a:lnTo>
                    <a:pt x="138203" y="293260"/>
                  </a:lnTo>
                  <a:lnTo>
                    <a:pt x="165322" y="258545"/>
                  </a:lnTo>
                  <a:lnTo>
                    <a:pt x="194482" y="225587"/>
                  </a:lnTo>
                  <a:lnTo>
                    <a:pt x="225588" y="194482"/>
                  </a:lnTo>
                  <a:lnTo>
                    <a:pt x="258545" y="165322"/>
                  </a:lnTo>
                  <a:lnTo>
                    <a:pt x="293260" y="138203"/>
                  </a:lnTo>
                  <a:lnTo>
                    <a:pt x="329637" y="113218"/>
                  </a:lnTo>
                  <a:lnTo>
                    <a:pt x="367584" y="90463"/>
                  </a:lnTo>
                  <a:lnTo>
                    <a:pt x="407004" y="70031"/>
                  </a:lnTo>
                  <a:lnTo>
                    <a:pt x="447804" y="52018"/>
                  </a:lnTo>
                  <a:lnTo>
                    <a:pt x="489890" y="36517"/>
                  </a:lnTo>
                  <a:lnTo>
                    <a:pt x="533166" y="23622"/>
                  </a:lnTo>
                  <a:lnTo>
                    <a:pt x="577539" y="13429"/>
                  </a:lnTo>
                  <a:lnTo>
                    <a:pt x="622914" y="6031"/>
                  </a:lnTo>
                  <a:lnTo>
                    <a:pt x="669197" y="1523"/>
                  </a:lnTo>
                  <a:lnTo>
                    <a:pt x="716294" y="0"/>
                  </a:lnTo>
                  <a:lnTo>
                    <a:pt x="4587225" y="0"/>
                  </a:lnTo>
                  <a:lnTo>
                    <a:pt x="4638813" y="1858"/>
                  </a:lnTo>
                  <a:lnTo>
                    <a:pt x="4689834" y="7384"/>
                  </a:lnTo>
                  <a:lnTo>
                    <a:pt x="4740108" y="16502"/>
                  </a:lnTo>
                  <a:lnTo>
                    <a:pt x="4789455" y="29138"/>
                  </a:lnTo>
                  <a:lnTo>
                    <a:pt x="4837693" y="45217"/>
                  </a:lnTo>
                  <a:lnTo>
                    <a:pt x="4884641" y="64664"/>
                  </a:lnTo>
                  <a:lnTo>
                    <a:pt x="4930120" y="87404"/>
                  </a:lnTo>
                  <a:lnTo>
                    <a:pt x="4973948" y="113362"/>
                  </a:lnTo>
                  <a:lnTo>
                    <a:pt x="5015945" y="142463"/>
                  </a:lnTo>
                  <a:lnTo>
                    <a:pt x="5055930" y="174633"/>
                  </a:lnTo>
                  <a:lnTo>
                    <a:pt x="5093722" y="209797"/>
                  </a:lnTo>
                  <a:lnTo>
                    <a:pt x="5128886" y="247590"/>
                  </a:lnTo>
                  <a:lnTo>
                    <a:pt x="5161056" y="287574"/>
                  </a:lnTo>
                  <a:lnTo>
                    <a:pt x="5190157" y="329571"/>
                  </a:lnTo>
                  <a:lnTo>
                    <a:pt x="5216116" y="373399"/>
                  </a:lnTo>
                  <a:lnTo>
                    <a:pt x="5238855" y="418878"/>
                  </a:lnTo>
                  <a:lnTo>
                    <a:pt x="5258302" y="465827"/>
                  </a:lnTo>
                  <a:lnTo>
                    <a:pt x="5274381" y="514064"/>
                  </a:lnTo>
                  <a:lnTo>
                    <a:pt x="5287017" y="563411"/>
                  </a:lnTo>
                  <a:lnTo>
                    <a:pt x="5296135" y="613685"/>
                  </a:lnTo>
                  <a:lnTo>
                    <a:pt x="5301661" y="664706"/>
                  </a:lnTo>
                  <a:lnTo>
                    <a:pt x="5303519" y="716294"/>
                  </a:lnTo>
                  <a:lnTo>
                    <a:pt x="5303519" y="3581385"/>
                  </a:lnTo>
                  <a:lnTo>
                    <a:pt x="5301996" y="3628482"/>
                  </a:lnTo>
                  <a:lnTo>
                    <a:pt x="5297488" y="3674765"/>
                  </a:lnTo>
                  <a:lnTo>
                    <a:pt x="5290090" y="3720140"/>
                  </a:lnTo>
                  <a:lnTo>
                    <a:pt x="5279897" y="3764513"/>
                  </a:lnTo>
                  <a:lnTo>
                    <a:pt x="5267002" y="3807790"/>
                  </a:lnTo>
                  <a:lnTo>
                    <a:pt x="5251501" y="3849875"/>
                  </a:lnTo>
                  <a:lnTo>
                    <a:pt x="5233487" y="3890675"/>
                  </a:lnTo>
                  <a:lnTo>
                    <a:pt x="5213056" y="3930096"/>
                  </a:lnTo>
                  <a:lnTo>
                    <a:pt x="5190301" y="3968042"/>
                  </a:lnTo>
                  <a:lnTo>
                    <a:pt x="5165316" y="4004419"/>
                  </a:lnTo>
                  <a:lnTo>
                    <a:pt x="5138197" y="4039134"/>
                  </a:lnTo>
                  <a:lnTo>
                    <a:pt x="5109037" y="4072092"/>
                  </a:lnTo>
                  <a:lnTo>
                    <a:pt x="5077931" y="4103197"/>
                  </a:lnTo>
                  <a:lnTo>
                    <a:pt x="5044974" y="4132357"/>
                  </a:lnTo>
                  <a:lnTo>
                    <a:pt x="5010259" y="4159476"/>
                  </a:lnTo>
                  <a:lnTo>
                    <a:pt x="4973882" y="4184461"/>
                  </a:lnTo>
                  <a:lnTo>
                    <a:pt x="4935935" y="4207216"/>
                  </a:lnTo>
                  <a:lnTo>
                    <a:pt x="4896515" y="4227647"/>
                  </a:lnTo>
                  <a:lnTo>
                    <a:pt x="4855715" y="4245661"/>
                  </a:lnTo>
                  <a:lnTo>
                    <a:pt x="4813629" y="4261162"/>
                  </a:lnTo>
                  <a:lnTo>
                    <a:pt x="4770353" y="4274057"/>
                  </a:lnTo>
                  <a:lnTo>
                    <a:pt x="4725980" y="4284250"/>
                  </a:lnTo>
                  <a:lnTo>
                    <a:pt x="4680605" y="4291648"/>
                  </a:lnTo>
                  <a:lnTo>
                    <a:pt x="4634322" y="4296156"/>
                  </a:lnTo>
                  <a:lnTo>
                    <a:pt x="4587225" y="4297679"/>
                  </a:lnTo>
                  <a:lnTo>
                    <a:pt x="716294" y="4297679"/>
                  </a:lnTo>
                  <a:lnTo>
                    <a:pt x="669197" y="4296156"/>
                  </a:lnTo>
                  <a:lnTo>
                    <a:pt x="622914" y="4291648"/>
                  </a:lnTo>
                  <a:lnTo>
                    <a:pt x="577539" y="4284250"/>
                  </a:lnTo>
                  <a:lnTo>
                    <a:pt x="533166" y="4274057"/>
                  </a:lnTo>
                  <a:lnTo>
                    <a:pt x="489890" y="4261162"/>
                  </a:lnTo>
                  <a:lnTo>
                    <a:pt x="447804" y="4245661"/>
                  </a:lnTo>
                  <a:lnTo>
                    <a:pt x="407004" y="4227647"/>
                  </a:lnTo>
                  <a:lnTo>
                    <a:pt x="367584" y="4207216"/>
                  </a:lnTo>
                  <a:lnTo>
                    <a:pt x="329637" y="4184461"/>
                  </a:lnTo>
                  <a:lnTo>
                    <a:pt x="293260" y="4159476"/>
                  </a:lnTo>
                  <a:lnTo>
                    <a:pt x="258545" y="4132357"/>
                  </a:lnTo>
                  <a:lnTo>
                    <a:pt x="225588" y="4103197"/>
                  </a:lnTo>
                  <a:lnTo>
                    <a:pt x="194482" y="4072092"/>
                  </a:lnTo>
                  <a:lnTo>
                    <a:pt x="165322" y="4039134"/>
                  </a:lnTo>
                  <a:lnTo>
                    <a:pt x="138203" y="4004419"/>
                  </a:lnTo>
                  <a:lnTo>
                    <a:pt x="113218" y="3968042"/>
                  </a:lnTo>
                  <a:lnTo>
                    <a:pt x="90463" y="3930096"/>
                  </a:lnTo>
                  <a:lnTo>
                    <a:pt x="70032" y="3890675"/>
                  </a:lnTo>
                  <a:lnTo>
                    <a:pt x="52018" y="3849875"/>
                  </a:lnTo>
                  <a:lnTo>
                    <a:pt x="36517" y="3807790"/>
                  </a:lnTo>
                  <a:lnTo>
                    <a:pt x="23622" y="3764513"/>
                  </a:lnTo>
                  <a:lnTo>
                    <a:pt x="13429" y="3720140"/>
                  </a:lnTo>
                  <a:lnTo>
                    <a:pt x="6031" y="3674765"/>
                  </a:lnTo>
                  <a:lnTo>
                    <a:pt x="1523" y="3628482"/>
                  </a:lnTo>
                  <a:lnTo>
                    <a:pt x="0" y="3581385"/>
                  </a:lnTo>
                  <a:lnTo>
                    <a:pt x="0" y="716294"/>
                  </a:lnTo>
                  <a:close/>
                </a:path>
              </a:pathLst>
            </a:custGeom>
            <a:noFill/>
            <a:ln w="9524">
              <a:solidFill>
                <a:srgbClr val="b7c9e1"/>
              </a:solidFill>
              <a:round/>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ndParaRPr>
            </a:p>
          </p:txBody>
        </p:sp>
      </p:grpSp>
      <p:sp>
        <p:nvSpPr>
          <p:cNvPr id="104" name="object 10"/>
          <p:cNvSpPr/>
          <p:nvPr/>
        </p:nvSpPr>
        <p:spPr>
          <a:xfrm>
            <a:off x="7765560" y="3315600"/>
            <a:ext cx="2298960" cy="472680"/>
          </a:xfrm>
          <a:prstGeom prst="rect">
            <a:avLst/>
          </a:prstGeom>
          <a:noFill/>
          <a:ln w="0">
            <a:noFill/>
          </a:ln>
        </p:spPr>
        <p:style>
          <a:lnRef idx="0"/>
          <a:fillRef idx="0"/>
          <a:effectRef idx="0"/>
          <a:fontRef idx="minor"/>
        </p:style>
        <p:txBody>
          <a:bodyPr lIns="0" rIns="0" tIns="12600" bIns="0" anchor="t">
            <a:spAutoFit/>
          </a:bodyPr>
          <a:p>
            <a:pPr algn="ctr">
              <a:lnSpc>
                <a:spcPct val="100000"/>
              </a:lnSpc>
              <a:spcBef>
                <a:spcPts val="99"/>
              </a:spcBef>
            </a:pPr>
            <a:r>
              <a:rPr b="1" lang="en-US" sz="1800" spc="-1" strike="noStrike">
                <a:solidFill>
                  <a:srgbClr val="17365d"/>
                </a:solidFill>
                <a:latin typeface="Arial"/>
                <a:hlinkClick r:id="rId5"/>
              </a:rPr>
              <a:t> Class Diagram</a:t>
            </a:r>
            <a:endParaRPr b="0" lang="en-US" sz="1800" spc="-1" strike="noStrike">
              <a:solidFill>
                <a:srgbClr val="000000"/>
              </a:solidFill>
              <a:latin typeface="Arial"/>
            </a:endParaRPr>
          </a:p>
          <a:p>
            <a:pPr algn="ctr">
              <a:lnSpc>
                <a:spcPct val="100000"/>
              </a:lnSpc>
              <a:spcBef>
                <a:spcPts val="26"/>
              </a:spcBef>
            </a:pPr>
            <a:endParaRPr b="0" lang="en-US" sz="1200" spc="-1" strike="noStrike">
              <a:solidFill>
                <a:srgbClr val="000000"/>
              </a:solidFill>
              <a:latin typeface="Arial"/>
            </a:endParaRPr>
          </a:p>
        </p:txBody>
      </p:sp>
      <p:sp>
        <p:nvSpPr>
          <p:cNvPr id="105" name="object 11"/>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ndParaRPr>
          </a:p>
        </p:txBody>
      </p:sp>
      <p:sp>
        <p:nvSpPr>
          <p:cNvPr id="106" name="PlaceHolder 2"/>
          <p:cNvSpPr>
            <a:spLocks noGrp="1"/>
          </p:cNvSpPr>
          <p:nvPr>
            <p:ph type="sldNum" idx="21"/>
          </p:nvPr>
        </p:nvSpPr>
        <p:spPr>
          <a:xfrm>
            <a:off x="11361960" y="6542280"/>
            <a:ext cx="216360" cy="3979440"/>
          </a:xfrm>
          <a:prstGeom prst="rect">
            <a:avLst/>
          </a:prstGeom>
          <a:noFill/>
          <a:ln w="0">
            <a:noFill/>
          </a:ln>
        </p:spPr>
        <p:txBody>
          <a:bodyPr lIns="0" rIns="0" tIns="1800" bIns="0" anchor="t">
            <a:noAutofit/>
          </a:bodyPr>
          <a:lstStyle>
            <a:lvl1pPr marL="38160" indent="0">
              <a:lnSpc>
                <a:spcPct val="100000"/>
              </a:lnSpc>
              <a:spcBef>
                <a:spcPts val="14"/>
              </a:spcBef>
              <a:buNone/>
              <a:defRPr b="0" lang="en-US" sz="900" spc="-26" strike="noStrike">
                <a:solidFill>
                  <a:srgbClr val="667085"/>
                </a:solidFill>
                <a:latin typeface="Arial MT"/>
              </a:defRPr>
            </a:lvl1pPr>
          </a:lstStyle>
          <a:p>
            <a:pPr marL="38160" indent="0">
              <a:lnSpc>
                <a:spcPct val="100000"/>
              </a:lnSpc>
              <a:spcBef>
                <a:spcPts val="14"/>
              </a:spcBef>
              <a:buNone/>
            </a:pPr>
            <a:r>
              <a:rPr b="0" lang="en-US" sz="900" spc="-26" strike="noStrike">
                <a:solidFill>
                  <a:srgbClr val="667085"/>
                </a:solidFill>
                <a:latin typeface="Arial MT"/>
              </a:rPr>
              <a:t>10</a:t>
            </a:r>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667440" y="331200"/>
            <a:ext cx="795960" cy="1157760"/>
          </a:xfrm>
          <a:prstGeom prst="rect">
            <a:avLst/>
          </a:prstGeom>
          <a:noFill/>
          <a:ln w="0">
            <a:noFill/>
          </a:ln>
        </p:spPr>
        <p:txBody>
          <a:bodyPr lIns="0" rIns="0" tIns="12600" bIns="0" anchor="t">
            <a:noAutofit/>
          </a:bodyPr>
          <a:p>
            <a:pPr marL="12600" indent="0">
              <a:lnSpc>
                <a:spcPct val="100000"/>
              </a:lnSpc>
              <a:spcBef>
                <a:spcPts val="99"/>
              </a:spcBef>
              <a:buNone/>
            </a:pPr>
            <a:r>
              <a:rPr b="1" lang="en-US" sz="2800" spc="-21" strike="noStrike">
                <a:solidFill>
                  <a:srgbClr val="17365d"/>
                </a:solidFill>
                <a:latin typeface="Arial"/>
              </a:rPr>
              <a:t>Data</a:t>
            </a:r>
            <a:endParaRPr b="0" lang="en-US" sz="2800" spc="-1" strike="noStrike">
              <a:solidFill>
                <a:srgbClr val="000000"/>
              </a:solidFill>
              <a:latin typeface="Calibri"/>
            </a:endParaRPr>
          </a:p>
        </p:txBody>
      </p:sp>
      <p:sp>
        <p:nvSpPr>
          <p:cNvPr id="108" name="object 3"/>
          <p:cNvSpPr/>
          <p:nvPr/>
        </p:nvSpPr>
        <p:spPr>
          <a:xfrm>
            <a:off x="667440" y="757800"/>
            <a:ext cx="1763640" cy="43920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1" lang="en-US" sz="2800" spc="-12" strike="noStrike">
                <a:solidFill>
                  <a:srgbClr val="17365d"/>
                </a:solidFill>
                <a:latin typeface="Arial"/>
              </a:rPr>
              <a:t>Dictionary</a:t>
            </a:r>
            <a:endParaRPr b="0" lang="en-US" sz="2800" spc="-1" strike="noStrike">
              <a:solidFill>
                <a:srgbClr val="000000"/>
              </a:solidFill>
              <a:latin typeface="Arial"/>
            </a:endParaRPr>
          </a:p>
        </p:txBody>
      </p:sp>
      <p:sp>
        <p:nvSpPr>
          <p:cNvPr id="109" name="object 4"/>
          <p:cNvSpPr/>
          <p:nvPr/>
        </p:nvSpPr>
        <p:spPr>
          <a:xfrm>
            <a:off x="667440" y="1056960"/>
            <a:ext cx="2825280" cy="49968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0" lang="en-US" sz="1600" spc="-1" strike="noStrike">
                <a:solidFill>
                  <a:srgbClr val="202124"/>
                </a:solidFill>
                <a:latin typeface="Arial MT"/>
              </a:rPr>
              <a:t>Show</a:t>
            </a:r>
            <a:r>
              <a:rPr b="0" lang="en-US" sz="1600" spc="-21" strike="noStrike">
                <a:solidFill>
                  <a:srgbClr val="202124"/>
                </a:solidFill>
                <a:latin typeface="Arial MT"/>
              </a:rPr>
              <a:t> </a:t>
            </a:r>
            <a:r>
              <a:rPr b="0" lang="en-US" sz="1600" spc="-1" strike="noStrike">
                <a:solidFill>
                  <a:srgbClr val="202124"/>
                </a:solidFill>
                <a:latin typeface="Arial MT"/>
              </a:rPr>
              <a:t>a</a:t>
            </a:r>
            <a:r>
              <a:rPr b="0" lang="en-US" sz="1600" spc="-21" strike="noStrike">
                <a:solidFill>
                  <a:srgbClr val="202124"/>
                </a:solidFill>
                <a:latin typeface="Arial MT"/>
              </a:rPr>
              <a:t> </a:t>
            </a:r>
            <a:r>
              <a:rPr b="0" lang="en-US" sz="1600" spc="-1" strike="noStrike">
                <a:solidFill>
                  <a:srgbClr val="202124"/>
                </a:solidFill>
                <a:latin typeface="Arial MT"/>
              </a:rPr>
              <a:t>concise</a:t>
            </a:r>
            <a:r>
              <a:rPr b="0" lang="en-US" sz="1600" spc="-21" strike="noStrike">
                <a:solidFill>
                  <a:srgbClr val="202124"/>
                </a:solidFill>
                <a:latin typeface="Arial MT"/>
              </a:rPr>
              <a:t> </a:t>
            </a:r>
            <a:r>
              <a:rPr b="0" lang="en-US" sz="1600" spc="-1" strike="noStrike">
                <a:solidFill>
                  <a:srgbClr val="202124"/>
                </a:solidFill>
                <a:latin typeface="Arial MT"/>
              </a:rPr>
              <a:t>data</a:t>
            </a:r>
            <a:r>
              <a:rPr b="0" lang="en-US" sz="1600" spc="-21" strike="noStrike">
                <a:solidFill>
                  <a:srgbClr val="202124"/>
                </a:solidFill>
                <a:latin typeface="Arial MT"/>
              </a:rPr>
              <a:t> </a:t>
            </a:r>
            <a:r>
              <a:rPr b="0" lang="en-US" sz="1600" spc="-12" strike="noStrike">
                <a:solidFill>
                  <a:srgbClr val="202124"/>
                </a:solidFill>
                <a:latin typeface="Arial MT"/>
              </a:rPr>
              <a:t>dictionary</a:t>
            </a:r>
            <a:endParaRPr b="0" lang="en-US" sz="1600" spc="-1" strike="noStrike">
              <a:solidFill>
                <a:srgbClr val="000000"/>
              </a:solidFill>
              <a:latin typeface="Arial"/>
            </a:endParaRPr>
          </a:p>
        </p:txBody>
      </p:sp>
      <p:sp>
        <p:nvSpPr>
          <p:cNvPr id="110" name="object 5"/>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ndParaRPr>
          </a:p>
        </p:txBody>
      </p:sp>
      <p:graphicFrame>
        <p:nvGraphicFramePr>
          <p:cNvPr id="111" name="object 6"/>
          <p:cNvGraphicFramePr/>
          <p:nvPr/>
        </p:nvGraphicFramePr>
        <p:xfrm>
          <a:off x="1110600" y="2960280"/>
          <a:ext cx="9583560" cy="3139200"/>
        </p:xfrm>
        <a:graphic>
          <a:graphicData uri="http://schemas.openxmlformats.org/drawingml/2006/table">
            <a:tbl>
              <a:tblPr/>
              <a:tblGrid>
                <a:gridCol w="1064880"/>
                <a:gridCol w="1064880"/>
                <a:gridCol w="1064880"/>
                <a:gridCol w="1064880"/>
                <a:gridCol w="1064880"/>
                <a:gridCol w="1064880"/>
                <a:gridCol w="1064880"/>
                <a:gridCol w="1064880"/>
                <a:gridCol w="1064880"/>
              </a:tblGrid>
              <a:tr h="523080">
                <a:tc>
                  <a:txBody>
                    <a:bodyPr lIns="0" rIns="0" tIns="136440" bIns="0" anchor="t">
                      <a:noAutofit/>
                    </a:bodyPr>
                    <a:p>
                      <a:pPr marL="311760">
                        <a:lnSpc>
                          <a:spcPct val="100000"/>
                        </a:lnSpc>
                        <a:spcBef>
                          <a:spcPts val="1074"/>
                        </a:spcBef>
                      </a:pPr>
                      <a:r>
                        <a:rPr b="1" lang="en-US" sz="1600" spc="-12" strike="noStrike">
                          <a:solidFill>
                            <a:schemeClr val="dk1"/>
                          </a:solidFill>
                          <a:latin typeface="Times New Roman"/>
                        </a:rPr>
                        <a:t>Field</a:t>
                      </a:r>
                      <a:endParaRPr b="0" lang="en-US" sz="16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tIns="136440" bIns="0" anchor="t">
                      <a:noAutofit/>
                    </a:bodyPr>
                    <a:p>
                      <a:pPr marL="319320">
                        <a:lnSpc>
                          <a:spcPct val="100000"/>
                        </a:lnSpc>
                        <a:spcBef>
                          <a:spcPts val="1074"/>
                        </a:spcBef>
                      </a:pPr>
                      <a:r>
                        <a:rPr b="1" lang="en-US" sz="1600" spc="-21" strike="noStrike">
                          <a:solidFill>
                            <a:schemeClr val="dk1"/>
                          </a:solidFill>
                          <a:latin typeface="Times New Roman"/>
                        </a:rPr>
                        <a:t>Type</a:t>
                      </a:r>
                      <a:endParaRPr b="0" lang="en-US" sz="16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tIns="136440" bIns="0" anchor="t">
                      <a:noAutofit/>
                    </a:bodyPr>
                    <a:p>
                      <a:pPr algn="r">
                        <a:lnSpc>
                          <a:spcPct val="100000"/>
                        </a:lnSpc>
                        <a:spcBef>
                          <a:spcPts val="1074"/>
                        </a:spcBef>
                      </a:pPr>
                      <a:r>
                        <a:rPr b="1" lang="en-US" sz="1600" spc="-21" strike="noStrike">
                          <a:solidFill>
                            <a:schemeClr val="dk1"/>
                          </a:solidFill>
                          <a:latin typeface="Times New Roman"/>
                        </a:rPr>
                        <a:t>Size</a:t>
                      </a:r>
                      <a:endParaRPr b="0" lang="en-US" sz="16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tIns="136440" bIns="0" anchor="t">
                      <a:noAutofit/>
                    </a:bodyPr>
                    <a:p>
                      <a:pPr algn="ctr">
                        <a:lnSpc>
                          <a:spcPct val="100000"/>
                        </a:lnSpc>
                        <a:spcBef>
                          <a:spcPts val="1074"/>
                        </a:spcBef>
                      </a:pPr>
                      <a:r>
                        <a:rPr b="1" lang="en-US" sz="1600" spc="-26" strike="noStrike">
                          <a:solidFill>
                            <a:schemeClr val="dk1"/>
                          </a:solidFill>
                          <a:latin typeface="Times New Roman"/>
                        </a:rPr>
                        <a:t>PK</a:t>
                      </a:r>
                      <a:endParaRPr b="0" lang="en-US" sz="16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tIns="136440" bIns="0" anchor="t">
                      <a:noAutofit/>
                    </a:bodyPr>
                    <a:p>
                      <a:pPr algn="ctr">
                        <a:lnSpc>
                          <a:spcPct val="100000"/>
                        </a:lnSpc>
                        <a:spcBef>
                          <a:spcPts val="1074"/>
                        </a:spcBef>
                      </a:pPr>
                      <a:r>
                        <a:rPr b="1" lang="en-US" sz="1600" spc="-26" strike="noStrike">
                          <a:solidFill>
                            <a:schemeClr val="dk1"/>
                          </a:solidFill>
                          <a:latin typeface="Times New Roman"/>
                        </a:rPr>
                        <a:t>FK</a:t>
                      </a:r>
                      <a:endParaRPr b="0" lang="en-US" sz="16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tIns="136440" bIns="0" anchor="t">
                      <a:noAutofit/>
                    </a:bodyPr>
                    <a:p>
                      <a:pPr algn="ctr">
                        <a:lnSpc>
                          <a:spcPct val="100000"/>
                        </a:lnSpc>
                        <a:spcBef>
                          <a:spcPts val="1074"/>
                        </a:spcBef>
                      </a:pPr>
                      <a:r>
                        <a:rPr b="1" lang="en-US" sz="1600" spc="-21" strike="noStrike">
                          <a:solidFill>
                            <a:schemeClr val="dk1"/>
                          </a:solidFill>
                          <a:latin typeface="Times New Roman"/>
                        </a:rPr>
                        <a:t>NULL</a:t>
                      </a:r>
                      <a:endParaRPr b="0" lang="en-US" sz="16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tIns="136440" bIns="0" anchor="t">
                      <a:noAutofit/>
                    </a:bodyPr>
                    <a:p>
                      <a:pPr marL="60480">
                        <a:lnSpc>
                          <a:spcPct val="100000"/>
                        </a:lnSpc>
                        <a:spcBef>
                          <a:spcPts val="1074"/>
                        </a:spcBef>
                      </a:pPr>
                      <a:r>
                        <a:rPr b="1" lang="en-US" sz="1600" spc="-12" strike="noStrike">
                          <a:solidFill>
                            <a:schemeClr val="dk1"/>
                          </a:solidFill>
                          <a:latin typeface="Times New Roman"/>
                        </a:rPr>
                        <a:t>References</a:t>
                      </a:r>
                      <a:endParaRPr b="0" lang="en-US" sz="16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tIns="136440" bIns="0" anchor="t">
                      <a:noAutofit/>
                    </a:bodyPr>
                    <a:p>
                      <a:pPr marL="24120">
                        <a:lnSpc>
                          <a:spcPct val="100000"/>
                        </a:lnSpc>
                        <a:spcBef>
                          <a:spcPts val="1074"/>
                        </a:spcBef>
                      </a:pPr>
                      <a:r>
                        <a:rPr b="1" lang="en-US" sz="1600" spc="-12" strike="noStrike">
                          <a:solidFill>
                            <a:schemeClr val="dk1"/>
                          </a:solidFill>
                          <a:latin typeface="Times New Roman"/>
                        </a:rPr>
                        <a:t>Constraints</a:t>
                      </a:r>
                      <a:endParaRPr b="0" lang="en-US" sz="16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c>
                  <a:txBody>
                    <a:bodyPr lIns="0" rIns="0" tIns="136440" bIns="0" anchor="t">
                      <a:noAutofit/>
                    </a:bodyPr>
                    <a:p>
                      <a:pPr marL="29880">
                        <a:lnSpc>
                          <a:spcPct val="100000"/>
                        </a:lnSpc>
                        <a:spcBef>
                          <a:spcPts val="1074"/>
                        </a:spcBef>
                      </a:pPr>
                      <a:r>
                        <a:rPr b="1" lang="en-US" sz="1600" spc="-12" strike="noStrike">
                          <a:solidFill>
                            <a:schemeClr val="dk1"/>
                          </a:solidFill>
                          <a:latin typeface="Times New Roman"/>
                        </a:rPr>
                        <a:t>Description</a:t>
                      </a:r>
                      <a:endParaRPr b="0" lang="en-US" sz="16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solidFill>
                      <a:srgbClr val="e1d3f6"/>
                    </a:solidFill>
                  </a:tcPr>
                </a:tc>
              </a:tr>
              <a:tr h="784800">
                <a:tc>
                  <a:txBody>
                    <a:bodyPr lIns="0" rIns="0" tIns="78480" bIns="0" anchor="t">
                      <a:noAutofit/>
                    </a:bodyPr>
                    <a:p>
                      <a:pPr>
                        <a:lnSpc>
                          <a:spcPct val="100000"/>
                        </a:lnSpc>
                        <a:spcBef>
                          <a:spcPts val="621"/>
                        </a:spcBef>
                      </a:pPr>
                      <a:endParaRPr b="0" lang="en-US" sz="1400" spc="-1" strike="noStrike">
                        <a:solidFill>
                          <a:srgbClr val="000000"/>
                        </a:solidFill>
                        <a:latin typeface="Arial"/>
                      </a:endParaRPr>
                    </a:p>
                    <a:p>
                      <a:pPr marL="9360">
                        <a:lnSpc>
                          <a:spcPct val="100000"/>
                        </a:lnSpc>
                      </a:pPr>
                      <a:r>
                        <a:rPr b="0" lang="en-US" sz="1400" spc="-12" strike="noStrike">
                          <a:solidFill>
                            <a:schemeClr val="dk1"/>
                          </a:solidFill>
                          <a:latin typeface="Times New Roman"/>
                        </a:rPr>
                        <a:t>User_ID</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78480" bIns="0" anchor="t">
                      <a:noAutofit/>
                    </a:bodyPr>
                    <a:p>
                      <a:pPr>
                        <a:lnSpc>
                          <a:spcPct val="100000"/>
                        </a:lnSpc>
                        <a:spcBef>
                          <a:spcPts val="621"/>
                        </a:spcBef>
                      </a:pPr>
                      <a:endParaRPr b="0" lang="en-US" sz="1400" spc="-1" strike="noStrike">
                        <a:solidFill>
                          <a:srgbClr val="000000"/>
                        </a:solidFill>
                        <a:latin typeface="Arial"/>
                      </a:endParaRPr>
                    </a:p>
                    <a:p>
                      <a:pPr marL="9360">
                        <a:lnSpc>
                          <a:spcPct val="100000"/>
                        </a:lnSpc>
                      </a:pPr>
                      <a:r>
                        <a:rPr b="0" lang="en-US" sz="1400" spc="-26" strike="noStrike">
                          <a:solidFill>
                            <a:schemeClr val="dk1"/>
                          </a:solidFill>
                          <a:latin typeface="Times New Roman"/>
                        </a:rPr>
                        <a:t>INT</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78480" bIns="0" anchor="t">
                      <a:noAutofit/>
                    </a:bodyPr>
                    <a:p>
                      <a:pPr>
                        <a:lnSpc>
                          <a:spcPct val="100000"/>
                        </a:lnSpc>
                        <a:spcBef>
                          <a:spcPts val="621"/>
                        </a:spcBef>
                      </a:pPr>
                      <a:endParaRPr b="0" lang="en-US" sz="1400" spc="-1" strike="noStrike">
                        <a:solidFill>
                          <a:srgbClr val="000000"/>
                        </a:solidFill>
                        <a:latin typeface="Arial"/>
                      </a:endParaRPr>
                    </a:p>
                    <a:p>
                      <a:pPr algn="r">
                        <a:lnSpc>
                          <a:spcPct val="100000"/>
                        </a:lnSpc>
                      </a:pPr>
                      <a:r>
                        <a:rPr b="0" lang="en-US" sz="1400" spc="-52" strike="noStrike">
                          <a:solidFill>
                            <a:schemeClr val="dk1"/>
                          </a:solidFill>
                          <a:latin typeface="Times New Roman"/>
                        </a:rPr>
                        <a:t>6</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78480" bIns="0" anchor="t">
                      <a:noAutofit/>
                    </a:bodyPr>
                    <a:p>
                      <a:pPr>
                        <a:lnSpc>
                          <a:spcPct val="100000"/>
                        </a:lnSpc>
                        <a:spcBef>
                          <a:spcPts val="621"/>
                        </a:spcBef>
                      </a:pPr>
                      <a:endParaRPr b="0" lang="en-US" sz="1400" spc="-1" strike="noStrike">
                        <a:solidFill>
                          <a:srgbClr val="000000"/>
                        </a:solidFill>
                        <a:latin typeface="Arial"/>
                      </a:endParaRPr>
                    </a:p>
                    <a:p>
                      <a:pPr algn="ctr">
                        <a:lnSpc>
                          <a:spcPct val="100000"/>
                        </a:lnSpc>
                      </a:pPr>
                      <a:r>
                        <a:rPr b="0" lang="en-US" sz="1400" spc="-52" strike="noStrike">
                          <a:solidFill>
                            <a:schemeClr val="dk1"/>
                          </a:solidFill>
                          <a:latin typeface="SimSun-ExtB"/>
                        </a:rPr>
                        <a:t>✓</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78480" bIns="0" anchor="t">
                      <a:noAutofit/>
                    </a:bodyPr>
                    <a:p>
                      <a:pPr>
                        <a:lnSpc>
                          <a:spcPct val="100000"/>
                        </a:lnSpc>
                        <a:spcBef>
                          <a:spcPts val="621"/>
                        </a:spcBef>
                      </a:pPr>
                      <a:endParaRPr b="0" lang="en-US" sz="1400" spc="-1" strike="noStrike">
                        <a:solidFill>
                          <a:srgbClr val="000000"/>
                        </a:solidFill>
                        <a:latin typeface="Arial"/>
                      </a:endParaRPr>
                    </a:p>
                    <a:p>
                      <a:pPr algn="ctr">
                        <a:lnSpc>
                          <a:spcPct val="100000"/>
                        </a:lnSpc>
                      </a:pPr>
                      <a:r>
                        <a:rPr b="0" lang="en-US" sz="1400" spc="-1" strike="noStrike">
                          <a:solidFill>
                            <a:schemeClr val="dk1"/>
                          </a:solidFill>
                          <a:latin typeface="Times New Roman"/>
                        </a:rPr>
                        <a:t>—</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78480" bIns="0" anchor="t">
                      <a:noAutofit/>
                    </a:bodyPr>
                    <a:p>
                      <a:pPr>
                        <a:lnSpc>
                          <a:spcPct val="100000"/>
                        </a:lnSpc>
                        <a:spcBef>
                          <a:spcPts val="621"/>
                        </a:spcBef>
                      </a:pPr>
                      <a:endParaRPr b="0" lang="en-US" sz="1400" spc="-1" strike="noStrike">
                        <a:solidFill>
                          <a:srgbClr val="000000"/>
                        </a:solidFill>
                        <a:latin typeface="Arial"/>
                      </a:endParaRPr>
                    </a:p>
                    <a:p>
                      <a:pPr algn="ctr">
                        <a:lnSpc>
                          <a:spcPct val="100000"/>
                        </a:lnSpc>
                      </a:pPr>
                      <a:r>
                        <a:rPr b="0" lang="en-US" sz="1400" spc="-26" strike="noStrike">
                          <a:solidFill>
                            <a:schemeClr val="dk1"/>
                          </a:solidFill>
                          <a:latin typeface="Times New Roman"/>
                        </a:rPr>
                        <a:t>No</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0" bIns="0" anchor="t">
                      <a:noAutofit/>
                    </a:bodyPr>
                    <a:p>
                      <a:endParaRPr b="0" lang="en-US" sz="1500" spc="-1" strike="noStrike">
                        <a:solidFill>
                          <a:schemeClr val="dk1"/>
                        </a:solidFill>
                        <a:latin typeface="Times New Roman"/>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176400" bIns="0" anchor="t">
                      <a:noAutofit/>
                    </a:bodyPr>
                    <a:p>
                      <a:pPr marL="9360">
                        <a:lnSpc>
                          <a:spcPct val="100000"/>
                        </a:lnSpc>
                        <a:spcBef>
                          <a:spcPts val="1389"/>
                        </a:spcBef>
                      </a:pPr>
                      <a:r>
                        <a:rPr b="0" lang="en-US" sz="1400" spc="-1" strike="noStrike">
                          <a:solidFill>
                            <a:schemeClr val="dk1"/>
                          </a:solidFill>
                          <a:latin typeface="Times New Roman"/>
                        </a:rPr>
                        <a:t>PK,</a:t>
                      </a:r>
                      <a:r>
                        <a:rPr b="0" lang="en-US" sz="1400" spc="-80" strike="noStrike">
                          <a:solidFill>
                            <a:schemeClr val="dk1"/>
                          </a:solidFill>
                          <a:latin typeface="Times New Roman"/>
                        </a:rPr>
                        <a:t> </a:t>
                      </a:r>
                      <a:r>
                        <a:rPr b="0" lang="en-US" sz="1400" spc="-21" strike="noStrike">
                          <a:solidFill>
                            <a:schemeClr val="dk1"/>
                          </a:solidFill>
                          <a:latin typeface="Times New Roman"/>
                        </a:rPr>
                        <a:t>Auto </a:t>
                      </a:r>
                      <a:r>
                        <a:rPr b="0" lang="en-US" sz="1400" spc="-12" strike="noStrike">
                          <a:solidFill>
                            <a:schemeClr val="dk1"/>
                          </a:solidFill>
                          <a:latin typeface="Times New Roman"/>
                        </a:rPr>
                        <a:t>Increment</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176400" bIns="0" anchor="t">
                      <a:noAutofit/>
                    </a:bodyPr>
                    <a:p>
                      <a:pPr marL="9360">
                        <a:lnSpc>
                          <a:spcPct val="100000"/>
                        </a:lnSpc>
                        <a:spcBef>
                          <a:spcPts val="1389"/>
                        </a:spcBef>
                      </a:pPr>
                      <a:r>
                        <a:rPr b="0" lang="en-US" sz="1400" spc="-1" strike="noStrike">
                          <a:solidFill>
                            <a:schemeClr val="dk1"/>
                          </a:solidFill>
                          <a:latin typeface="Times New Roman"/>
                        </a:rPr>
                        <a:t>Unique</a:t>
                      </a:r>
                      <a:r>
                        <a:rPr b="0" lang="en-US" sz="1400" spc="-75" strike="noStrike">
                          <a:solidFill>
                            <a:schemeClr val="dk1"/>
                          </a:solidFill>
                          <a:latin typeface="Times New Roman"/>
                        </a:rPr>
                        <a:t> </a:t>
                      </a:r>
                      <a:r>
                        <a:rPr b="0" lang="en-US" sz="1400" spc="-21" strike="noStrike">
                          <a:solidFill>
                            <a:schemeClr val="dk1"/>
                          </a:solidFill>
                          <a:latin typeface="Times New Roman"/>
                        </a:rPr>
                        <a:t>user </a:t>
                      </a:r>
                      <a:r>
                        <a:rPr b="0" lang="en-US" sz="1400" spc="-26" strike="noStrike">
                          <a:solidFill>
                            <a:schemeClr val="dk1"/>
                          </a:solidFill>
                          <a:latin typeface="Times New Roman"/>
                        </a:rPr>
                        <a:t>ID</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523080">
                <a:tc>
                  <a:txBody>
                    <a:bodyPr lIns="0" rIns="0" tIns="152280" bIns="0" anchor="t">
                      <a:noAutofit/>
                    </a:bodyPr>
                    <a:p>
                      <a:pPr marL="9360">
                        <a:lnSpc>
                          <a:spcPct val="100000"/>
                        </a:lnSpc>
                        <a:spcBef>
                          <a:spcPts val="1199"/>
                        </a:spcBef>
                      </a:pPr>
                      <a:r>
                        <a:rPr b="0" lang="en-US" sz="1400" spc="-12" strike="noStrike">
                          <a:solidFill>
                            <a:schemeClr val="dk1"/>
                          </a:solidFill>
                          <a:latin typeface="Times New Roman"/>
                        </a:rPr>
                        <a:t>User_Name</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152280" bIns="0" anchor="t">
                      <a:noAutofit/>
                    </a:bodyPr>
                    <a:p>
                      <a:pPr marL="9360">
                        <a:lnSpc>
                          <a:spcPct val="100000"/>
                        </a:lnSpc>
                        <a:spcBef>
                          <a:spcPts val="1199"/>
                        </a:spcBef>
                      </a:pPr>
                      <a:r>
                        <a:rPr b="0" lang="en-US" sz="1400" spc="-12" strike="noStrike">
                          <a:solidFill>
                            <a:schemeClr val="dk1"/>
                          </a:solidFill>
                          <a:latin typeface="Times New Roman"/>
                        </a:rPr>
                        <a:t>VARCHAR</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152280" bIns="0" anchor="t">
                      <a:noAutofit/>
                    </a:bodyPr>
                    <a:p>
                      <a:pPr algn="r">
                        <a:lnSpc>
                          <a:spcPct val="100000"/>
                        </a:lnSpc>
                        <a:spcBef>
                          <a:spcPts val="1199"/>
                        </a:spcBef>
                      </a:pPr>
                      <a:r>
                        <a:rPr b="0" lang="en-US" sz="1400" spc="-26" strike="noStrike">
                          <a:solidFill>
                            <a:schemeClr val="dk1"/>
                          </a:solidFill>
                          <a:latin typeface="Times New Roman"/>
                        </a:rPr>
                        <a:t>100</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152280" bIns="0" anchor="t">
                      <a:noAutofit/>
                    </a:bodyPr>
                    <a:p>
                      <a:pPr algn="ctr">
                        <a:lnSpc>
                          <a:spcPct val="100000"/>
                        </a:lnSpc>
                        <a:spcBef>
                          <a:spcPts val="1199"/>
                        </a:spcBef>
                      </a:pPr>
                      <a:r>
                        <a:rPr b="0" lang="en-US" sz="1400" spc="-1" strike="noStrike">
                          <a:solidFill>
                            <a:schemeClr val="dk1"/>
                          </a:solidFill>
                          <a:latin typeface="Times New Roman"/>
                        </a:rPr>
                        <a:t>—</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152280" bIns="0" anchor="t">
                      <a:noAutofit/>
                    </a:bodyPr>
                    <a:p>
                      <a:pPr algn="ctr">
                        <a:lnSpc>
                          <a:spcPct val="100000"/>
                        </a:lnSpc>
                        <a:spcBef>
                          <a:spcPts val="1199"/>
                        </a:spcBef>
                      </a:pPr>
                      <a:r>
                        <a:rPr b="0" lang="en-US" sz="1400" spc="-1" strike="noStrike">
                          <a:solidFill>
                            <a:schemeClr val="dk1"/>
                          </a:solidFill>
                          <a:latin typeface="Times New Roman"/>
                        </a:rPr>
                        <a:t>—</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152280" bIns="0" anchor="t">
                      <a:noAutofit/>
                    </a:bodyPr>
                    <a:p>
                      <a:pPr algn="ctr">
                        <a:lnSpc>
                          <a:spcPct val="100000"/>
                        </a:lnSpc>
                        <a:spcBef>
                          <a:spcPts val="1199"/>
                        </a:spcBef>
                      </a:pPr>
                      <a:r>
                        <a:rPr b="0" lang="en-US" sz="1400" spc="-26" strike="noStrike">
                          <a:solidFill>
                            <a:schemeClr val="dk1"/>
                          </a:solidFill>
                          <a:latin typeface="Times New Roman"/>
                        </a:rPr>
                        <a:t>No</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0" bIns="0" anchor="t">
                      <a:noAutofit/>
                    </a:bodyPr>
                    <a:p>
                      <a:endParaRPr b="0" lang="en-US" sz="1500" spc="-1" strike="noStrike">
                        <a:solidFill>
                          <a:schemeClr val="dk1"/>
                        </a:solidFill>
                        <a:latin typeface="Times New Roman"/>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152280" bIns="0" anchor="t">
                      <a:noAutofit/>
                    </a:bodyPr>
                    <a:p>
                      <a:pPr marL="9360">
                        <a:lnSpc>
                          <a:spcPct val="100000"/>
                        </a:lnSpc>
                        <a:spcBef>
                          <a:spcPts val="1199"/>
                        </a:spcBef>
                      </a:pPr>
                      <a:r>
                        <a:rPr b="0" lang="en-US" sz="1400" spc="-1" strike="noStrike">
                          <a:solidFill>
                            <a:schemeClr val="dk1"/>
                          </a:solidFill>
                          <a:latin typeface="Times New Roman"/>
                        </a:rPr>
                        <a:t>NOT</a:t>
                      </a:r>
                      <a:r>
                        <a:rPr b="0" lang="en-US" sz="1400" spc="-52" strike="noStrike">
                          <a:solidFill>
                            <a:schemeClr val="dk1"/>
                          </a:solidFill>
                          <a:latin typeface="Times New Roman"/>
                        </a:rPr>
                        <a:t> </a:t>
                      </a:r>
                      <a:r>
                        <a:rPr b="0" lang="en-US" sz="1400" spc="-21" strike="noStrike">
                          <a:solidFill>
                            <a:schemeClr val="dk1"/>
                          </a:solidFill>
                          <a:latin typeface="Times New Roman"/>
                        </a:rPr>
                        <a:t>NULL</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152280" bIns="0" anchor="t">
                      <a:noAutofit/>
                    </a:bodyPr>
                    <a:p>
                      <a:pPr marL="9360">
                        <a:lnSpc>
                          <a:spcPct val="100000"/>
                        </a:lnSpc>
                        <a:spcBef>
                          <a:spcPts val="1199"/>
                        </a:spcBef>
                      </a:pPr>
                      <a:r>
                        <a:rPr b="0" lang="en-US" sz="1400" spc="-1" strike="noStrike">
                          <a:solidFill>
                            <a:schemeClr val="dk1"/>
                          </a:solidFill>
                          <a:latin typeface="Times New Roman"/>
                        </a:rPr>
                        <a:t>User</a:t>
                      </a:r>
                      <a:r>
                        <a:rPr b="0" lang="en-US" sz="1400" spc="-32" strike="noStrike">
                          <a:solidFill>
                            <a:schemeClr val="dk1"/>
                          </a:solidFill>
                          <a:latin typeface="Times New Roman"/>
                        </a:rPr>
                        <a:t> </a:t>
                      </a:r>
                      <a:r>
                        <a:rPr b="0" lang="en-US" sz="1400" spc="-21" strike="noStrike">
                          <a:solidFill>
                            <a:schemeClr val="dk1"/>
                          </a:solidFill>
                          <a:latin typeface="Times New Roman"/>
                        </a:rPr>
                        <a:t>name</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784800">
                <a:tc>
                  <a:txBody>
                    <a:bodyPr lIns="0" rIns="0" tIns="78480" bIns="0" anchor="t">
                      <a:noAutofit/>
                    </a:bodyPr>
                    <a:p>
                      <a:pPr>
                        <a:lnSpc>
                          <a:spcPct val="100000"/>
                        </a:lnSpc>
                        <a:spcBef>
                          <a:spcPts val="621"/>
                        </a:spcBef>
                      </a:pPr>
                      <a:endParaRPr b="0" lang="en-US" sz="1400" spc="-1" strike="noStrike">
                        <a:solidFill>
                          <a:srgbClr val="000000"/>
                        </a:solidFill>
                        <a:latin typeface="Arial"/>
                      </a:endParaRPr>
                    </a:p>
                    <a:p>
                      <a:pPr marL="9360">
                        <a:lnSpc>
                          <a:spcPct val="100000"/>
                        </a:lnSpc>
                      </a:pPr>
                      <a:r>
                        <a:rPr b="0" lang="en-US" sz="1400" spc="-12" strike="noStrike">
                          <a:solidFill>
                            <a:schemeClr val="dk1"/>
                          </a:solidFill>
                          <a:latin typeface="Times New Roman"/>
                        </a:rPr>
                        <a:t>User_Email</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78480" bIns="0" anchor="t">
                      <a:noAutofit/>
                    </a:bodyPr>
                    <a:p>
                      <a:pPr>
                        <a:lnSpc>
                          <a:spcPct val="100000"/>
                        </a:lnSpc>
                        <a:spcBef>
                          <a:spcPts val="621"/>
                        </a:spcBef>
                      </a:pPr>
                      <a:endParaRPr b="0" lang="en-US" sz="1400" spc="-1" strike="noStrike">
                        <a:solidFill>
                          <a:srgbClr val="000000"/>
                        </a:solidFill>
                        <a:latin typeface="Arial"/>
                      </a:endParaRPr>
                    </a:p>
                    <a:p>
                      <a:pPr marL="9360">
                        <a:lnSpc>
                          <a:spcPct val="100000"/>
                        </a:lnSpc>
                      </a:pPr>
                      <a:r>
                        <a:rPr b="0" lang="en-US" sz="1400" spc="-12" strike="noStrike">
                          <a:solidFill>
                            <a:schemeClr val="dk1"/>
                          </a:solidFill>
                          <a:latin typeface="Times New Roman"/>
                        </a:rPr>
                        <a:t>VARCHAR</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78480" bIns="0" anchor="t">
                      <a:noAutofit/>
                    </a:bodyPr>
                    <a:p>
                      <a:pPr>
                        <a:lnSpc>
                          <a:spcPct val="100000"/>
                        </a:lnSpc>
                        <a:spcBef>
                          <a:spcPts val="621"/>
                        </a:spcBef>
                      </a:pPr>
                      <a:endParaRPr b="0" lang="en-US" sz="1400" spc="-1" strike="noStrike">
                        <a:solidFill>
                          <a:srgbClr val="000000"/>
                        </a:solidFill>
                        <a:latin typeface="Arial"/>
                      </a:endParaRPr>
                    </a:p>
                    <a:p>
                      <a:pPr algn="r">
                        <a:lnSpc>
                          <a:spcPct val="100000"/>
                        </a:lnSpc>
                      </a:pPr>
                      <a:r>
                        <a:rPr b="0" lang="en-US" sz="1400" spc="-26" strike="noStrike">
                          <a:solidFill>
                            <a:schemeClr val="dk1"/>
                          </a:solidFill>
                          <a:latin typeface="Times New Roman"/>
                        </a:rPr>
                        <a:t>150</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78480" bIns="0" anchor="t">
                      <a:noAutofit/>
                    </a:bodyPr>
                    <a:p>
                      <a:pPr>
                        <a:lnSpc>
                          <a:spcPct val="100000"/>
                        </a:lnSpc>
                        <a:spcBef>
                          <a:spcPts val="621"/>
                        </a:spcBef>
                      </a:pPr>
                      <a:endParaRPr b="0" lang="en-US" sz="1400" spc="-1" strike="noStrike">
                        <a:solidFill>
                          <a:srgbClr val="000000"/>
                        </a:solidFill>
                        <a:latin typeface="Arial"/>
                      </a:endParaRPr>
                    </a:p>
                    <a:p>
                      <a:pPr algn="ctr">
                        <a:lnSpc>
                          <a:spcPct val="100000"/>
                        </a:lnSpc>
                      </a:pPr>
                      <a:r>
                        <a:rPr b="0" lang="en-US" sz="1400" spc="-1" strike="noStrike">
                          <a:solidFill>
                            <a:schemeClr val="dk1"/>
                          </a:solidFill>
                          <a:latin typeface="Times New Roman"/>
                        </a:rPr>
                        <a:t>—</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78480" bIns="0" anchor="t">
                      <a:noAutofit/>
                    </a:bodyPr>
                    <a:p>
                      <a:pPr>
                        <a:lnSpc>
                          <a:spcPct val="100000"/>
                        </a:lnSpc>
                        <a:spcBef>
                          <a:spcPts val="621"/>
                        </a:spcBef>
                      </a:pPr>
                      <a:endParaRPr b="0" lang="en-US" sz="1400" spc="-1" strike="noStrike">
                        <a:solidFill>
                          <a:srgbClr val="000000"/>
                        </a:solidFill>
                        <a:latin typeface="Arial"/>
                      </a:endParaRPr>
                    </a:p>
                    <a:p>
                      <a:pPr algn="ctr">
                        <a:lnSpc>
                          <a:spcPct val="100000"/>
                        </a:lnSpc>
                      </a:pPr>
                      <a:r>
                        <a:rPr b="0" lang="en-US" sz="1400" spc="-1" strike="noStrike">
                          <a:solidFill>
                            <a:schemeClr val="dk1"/>
                          </a:solidFill>
                          <a:latin typeface="Times New Roman"/>
                        </a:rPr>
                        <a:t>—</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78480" bIns="0" anchor="t">
                      <a:noAutofit/>
                    </a:bodyPr>
                    <a:p>
                      <a:pPr>
                        <a:lnSpc>
                          <a:spcPct val="100000"/>
                        </a:lnSpc>
                        <a:spcBef>
                          <a:spcPts val="621"/>
                        </a:spcBef>
                      </a:pPr>
                      <a:endParaRPr b="0" lang="en-US" sz="1400" spc="-1" strike="noStrike">
                        <a:solidFill>
                          <a:srgbClr val="000000"/>
                        </a:solidFill>
                        <a:latin typeface="Arial"/>
                      </a:endParaRPr>
                    </a:p>
                    <a:p>
                      <a:pPr algn="ctr">
                        <a:lnSpc>
                          <a:spcPct val="100000"/>
                        </a:lnSpc>
                      </a:pPr>
                      <a:r>
                        <a:rPr b="0" lang="en-US" sz="1400" spc="-26" strike="noStrike">
                          <a:solidFill>
                            <a:schemeClr val="dk1"/>
                          </a:solidFill>
                          <a:latin typeface="Times New Roman"/>
                        </a:rPr>
                        <a:t>No</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0" bIns="0" anchor="t">
                      <a:noAutofit/>
                    </a:bodyPr>
                    <a:p>
                      <a:endParaRPr b="0" lang="en-US" sz="1500" spc="-1" strike="noStrike">
                        <a:solidFill>
                          <a:schemeClr val="dk1"/>
                        </a:solidFill>
                        <a:latin typeface="Times New Roman"/>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176400" bIns="0" anchor="t">
                      <a:noAutofit/>
                    </a:bodyPr>
                    <a:p>
                      <a:pPr marL="9360">
                        <a:lnSpc>
                          <a:spcPct val="100000"/>
                        </a:lnSpc>
                        <a:spcBef>
                          <a:spcPts val="1389"/>
                        </a:spcBef>
                      </a:pPr>
                      <a:r>
                        <a:rPr b="0" lang="en-US" sz="1400" spc="-12" strike="noStrike">
                          <a:solidFill>
                            <a:schemeClr val="dk1"/>
                          </a:solidFill>
                          <a:latin typeface="Times New Roman"/>
                        </a:rPr>
                        <a:t>UNIQUE, </a:t>
                      </a:r>
                      <a:r>
                        <a:rPr b="0" lang="en-US" sz="1400" spc="-1" strike="noStrike">
                          <a:solidFill>
                            <a:schemeClr val="dk1"/>
                          </a:solidFill>
                          <a:latin typeface="Times New Roman"/>
                        </a:rPr>
                        <a:t>NOT</a:t>
                      </a:r>
                      <a:r>
                        <a:rPr b="0" lang="en-US" sz="1400" spc="-52" strike="noStrike">
                          <a:solidFill>
                            <a:schemeClr val="dk1"/>
                          </a:solidFill>
                          <a:latin typeface="Times New Roman"/>
                        </a:rPr>
                        <a:t> </a:t>
                      </a:r>
                      <a:r>
                        <a:rPr b="0" lang="en-US" sz="1400" spc="-21" strike="noStrike">
                          <a:solidFill>
                            <a:schemeClr val="dk1"/>
                          </a:solidFill>
                          <a:latin typeface="Times New Roman"/>
                        </a:rPr>
                        <a:t>NULL</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78480" bIns="0" anchor="t">
                      <a:noAutofit/>
                    </a:bodyPr>
                    <a:p>
                      <a:pPr>
                        <a:lnSpc>
                          <a:spcPct val="100000"/>
                        </a:lnSpc>
                        <a:spcBef>
                          <a:spcPts val="621"/>
                        </a:spcBef>
                      </a:pPr>
                      <a:endParaRPr b="0" lang="en-US" sz="1400" spc="-1" strike="noStrike">
                        <a:solidFill>
                          <a:srgbClr val="000000"/>
                        </a:solidFill>
                        <a:latin typeface="Arial"/>
                      </a:endParaRPr>
                    </a:p>
                    <a:p>
                      <a:pPr marL="9360">
                        <a:lnSpc>
                          <a:spcPct val="100000"/>
                        </a:lnSpc>
                      </a:pPr>
                      <a:r>
                        <a:rPr b="0" lang="en-US" sz="1400" spc="-1" strike="noStrike">
                          <a:solidFill>
                            <a:schemeClr val="dk1"/>
                          </a:solidFill>
                          <a:latin typeface="Times New Roman"/>
                        </a:rPr>
                        <a:t>User</a:t>
                      </a:r>
                      <a:r>
                        <a:rPr b="0" lang="en-US" sz="1400" spc="-32" strike="noStrike">
                          <a:solidFill>
                            <a:schemeClr val="dk1"/>
                          </a:solidFill>
                          <a:latin typeface="Times New Roman"/>
                        </a:rPr>
                        <a:t> </a:t>
                      </a:r>
                      <a:r>
                        <a:rPr b="0" lang="en-US" sz="1400" spc="-12" strike="noStrike">
                          <a:solidFill>
                            <a:schemeClr val="dk1"/>
                          </a:solidFill>
                          <a:latin typeface="Times New Roman"/>
                        </a:rPr>
                        <a:t>email</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r h="523080">
                <a:tc>
                  <a:txBody>
                    <a:bodyPr lIns="0" rIns="0" tIns="152280" bIns="0" anchor="t">
                      <a:noAutofit/>
                    </a:bodyPr>
                    <a:p>
                      <a:pPr marL="9360">
                        <a:lnSpc>
                          <a:spcPct val="100000"/>
                        </a:lnSpc>
                        <a:spcBef>
                          <a:spcPts val="1199"/>
                        </a:spcBef>
                      </a:pPr>
                      <a:r>
                        <a:rPr b="0" lang="en-US" sz="1400" spc="-12" strike="noStrike">
                          <a:solidFill>
                            <a:schemeClr val="dk1"/>
                          </a:solidFill>
                          <a:latin typeface="Times New Roman"/>
                        </a:rPr>
                        <a:t>Role_ID</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152280" bIns="0" anchor="t">
                      <a:noAutofit/>
                    </a:bodyPr>
                    <a:p>
                      <a:pPr marL="9360">
                        <a:lnSpc>
                          <a:spcPct val="100000"/>
                        </a:lnSpc>
                        <a:spcBef>
                          <a:spcPts val="1199"/>
                        </a:spcBef>
                      </a:pPr>
                      <a:r>
                        <a:rPr b="0" lang="en-US" sz="1400" spc="-26" strike="noStrike">
                          <a:solidFill>
                            <a:schemeClr val="dk1"/>
                          </a:solidFill>
                          <a:latin typeface="Times New Roman"/>
                        </a:rPr>
                        <a:t>INT</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152280" bIns="0" anchor="t">
                      <a:noAutofit/>
                    </a:bodyPr>
                    <a:p>
                      <a:pPr algn="r">
                        <a:lnSpc>
                          <a:spcPct val="100000"/>
                        </a:lnSpc>
                        <a:spcBef>
                          <a:spcPts val="1199"/>
                        </a:spcBef>
                      </a:pPr>
                      <a:r>
                        <a:rPr b="0" lang="en-US" sz="1400" spc="-52" strike="noStrike">
                          <a:solidFill>
                            <a:schemeClr val="dk1"/>
                          </a:solidFill>
                          <a:latin typeface="Times New Roman"/>
                        </a:rPr>
                        <a:t>6</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152280" bIns="0" anchor="t">
                      <a:noAutofit/>
                    </a:bodyPr>
                    <a:p>
                      <a:pPr algn="ctr">
                        <a:lnSpc>
                          <a:spcPct val="100000"/>
                        </a:lnSpc>
                        <a:spcBef>
                          <a:spcPts val="1199"/>
                        </a:spcBef>
                      </a:pPr>
                      <a:r>
                        <a:rPr b="0" lang="en-US" sz="1400" spc="-1" strike="noStrike">
                          <a:solidFill>
                            <a:schemeClr val="dk1"/>
                          </a:solidFill>
                          <a:latin typeface="Times New Roman"/>
                        </a:rPr>
                        <a:t>—</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152280" bIns="0" anchor="t">
                      <a:noAutofit/>
                    </a:bodyPr>
                    <a:p>
                      <a:pPr algn="ctr">
                        <a:lnSpc>
                          <a:spcPct val="100000"/>
                        </a:lnSpc>
                        <a:spcBef>
                          <a:spcPts val="1199"/>
                        </a:spcBef>
                      </a:pPr>
                      <a:r>
                        <a:rPr b="0" lang="en-US" sz="1400" spc="-52" strike="noStrike">
                          <a:solidFill>
                            <a:schemeClr val="dk1"/>
                          </a:solidFill>
                          <a:latin typeface="SimSun-ExtB"/>
                        </a:rPr>
                        <a:t>✓</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152280" bIns="0" anchor="t">
                      <a:noAutofit/>
                    </a:bodyPr>
                    <a:p>
                      <a:pPr algn="ctr">
                        <a:lnSpc>
                          <a:spcPct val="100000"/>
                        </a:lnSpc>
                        <a:spcBef>
                          <a:spcPts val="1199"/>
                        </a:spcBef>
                      </a:pPr>
                      <a:r>
                        <a:rPr b="0" lang="en-US" sz="1400" spc="-26" strike="noStrike">
                          <a:solidFill>
                            <a:schemeClr val="dk1"/>
                          </a:solidFill>
                          <a:latin typeface="Times New Roman"/>
                        </a:rPr>
                        <a:t>No</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bIns="0" anchor="t">
                      <a:noAutofit/>
                    </a:bodyPr>
                    <a:p>
                      <a:pPr algn="ctr">
                        <a:lnSpc>
                          <a:spcPct val="100000"/>
                        </a:lnSpc>
                        <a:spcBef>
                          <a:spcPts val="360"/>
                        </a:spcBef>
                      </a:pPr>
                      <a:r>
                        <a:rPr b="0" lang="en-US" sz="1400" spc="-12" strike="noStrike">
                          <a:solidFill>
                            <a:schemeClr val="dk1"/>
                          </a:solidFill>
                          <a:latin typeface="Times New Roman"/>
                        </a:rPr>
                        <a:t>Role(Role_ID</a:t>
                      </a:r>
                      <a:endParaRPr b="0" lang="en-US" sz="1400" spc="-1" strike="noStrike">
                        <a:solidFill>
                          <a:srgbClr val="000000"/>
                        </a:solidFill>
                        <a:latin typeface="Arial"/>
                      </a:endParaRPr>
                    </a:p>
                    <a:p>
                      <a:pPr algn="ctr">
                        <a:lnSpc>
                          <a:spcPct val="100000"/>
                        </a:lnSpc>
                      </a:pPr>
                      <a:r>
                        <a:rPr b="0" lang="en-US" sz="1400" spc="-52" strike="noStrike">
                          <a:solidFill>
                            <a:schemeClr val="dk1"/>
                          </a:solidFill>
                          <a:latin typeface="Times New Roman"/>
                        </a:rPr>
                        <a:t>)</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152280" bIns="0" anchor="t">
                      <a:noAutofit/>
                    </a:bodyPr>
                    <a:p>
                      <a:pPr marL="9360">
                        <a:lnSpc>
                          <a:spcPct val="100000"/>
                        </a:lnSpc>
                        <a:spcBef>
                          <a:spcPts val="1199"/>
                        </a:spcBef>
                      </a:pPr>
                      <a:r>
                        <a:rPr b="0" lang="en-US" sz="1400" spc="-26" strike="noStrike">
                          <a:solidFill>
                            <a:schemeClr val="dk1"/>
                          </a:solidFill>
                          <a:latin typeface="Times New Roman"/>
                        </a:rPr>
                        <a:t>FK</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c>
                  <a:txBody>
                    <a:bodyPr lIns="0" rIns="0" tIns="152280" bIns="0" anchor="t">
                      <a:noAutofit/>
                    </a:bodyPr>
                    <a:p>
                      <a:pPr marL="9360">
                        <a:lnSpc>
                          <a:spcPct val="100000"/>
                        </a:lnSpc>
                        <a:spcBef>
                          <a:spcPts val="1199"/>
                        </a:spcBef>
                      </a:pPr>
                      <a:r>
                        <a:rPr b="0" lang="en-US" sz="1400" spc="-1" strike="noStrike">
                          <a:solidFill>
                            <a:schemeClr val="dk1"/>
                          </a:solidFill>
                          <a:latin typeface="Times New Roman"/>
                        </a:rPr>
                        <a:t>User's</a:t>
                      </a:r>
                      <a:r>
                        <a:rPr b="0" lang="en-US" sz="1400" spc="-66" strike="noStrike">
                          <a:solidFill>
                            <a:schemeClr val="dk1"/>
                          </a:solidFill>
                          <a:latin typeface="Times New Roman"/>
                        </a:rPr>
                        <a:t> </a:t>
                      </a:r>
                      <a:r>
                        <a:rPr b="0" lang="en-US" sz="1400" spc="-21" strike="noStrike">
                          <a:solidFill>
                            <a:schemeClr val="dk1"/>
                          </a:solidFill>
                          <a:latin typeface="Times New Roman"/>
                        </a:rPr>
                        <a:t>role</a:t>
                      </a:r>
                      <a:endParaRPr b="0" lang="en-US" sz="1400" spc="-1" strike="noStrike">
                        <a:solidFill>
                          <a:srgbClr val="000000"/>
                        </a:solidFill>
                        <a:latin typeface="Arial"/>
                      </a:endParaRPr>
                    </a:p>
                  </a:txBody>
                  <a:tcPr anchor="t">
                    <a:lnL w="12240">
                      <a:solidFill>
                        <a:srgbClr val="4970ff"/>
                      </a:solidFill>
                      <a:prstDash val="solid"/>
                    </a:lnL>
                    <a:lnR w="12240">
                      <a:solidFill>
                        <a:srgbClr val="4970ff"/>
                      </a:solidFill>
                      <a:prstDash val="solid"/>
                    </a:lnR>
                    <a:lnT w="12240">
                      <a:solidFill>
                        <a:srgbClr val="4970ff"/>
                      </a:solidFill>
                      <a:prstDash val="solid"/>
                    </a:lnT>
                    <a:lnB w="12240">
                      <a:solidFill>
                        <a:srgbClr val="4970ff"/>
                      </a:solidFill>
                      <a:prstDash val="solid"/>
                    </a:lnB>
                    <a:noFill/>
                  </a:tcPr>
                </a:tc>
              </a:tr>
            </a:tbl>
          </a:graphicData>
        </a:graphic>
      </p:graphicFrame>
      <p:sp>
        <p:nvSpPr>
          <p:cNvPr id="112" name="PlaceHolder 2"/>
          <p:cNvSpPr>
            <a:spLocks noGrp="1"/>
          </p:cNvSpPr>
          <p:nvPr>
            <p:ph type="sldNum" idx="22"/>
          </p:nvPr>
        </p:nvSpPr>
        <p:spPr>
          <a:xfrm>
            <a:off x="11361960" y="6542280"/>
            <a:ext cx="216360" cy="3979440"/>
          </a:xfrm>
          <a:prstGeom prst="rect">
            <a:avLst/>
          </a:prstGeom>
          <a:noFill/>
          <a:ln w="0">
            <a:noFill/>
          </a:ln>
        </p:spPr>
        <p:txBody>
          <a:bodyPr lIns="0" rIns="0" tIns="1800" bIns="0" anchor="t">
            <a:noAutofit/>
          </a:bodyPr>
          <a:lstStyle>
            <a:lvl1pPr marL="38160" indent="0">
              <a:lnSpc>
                <a:spcPct val="100000"/>
              </a:lnSpc>
              <a:spcBef>
                <a:spcPts val="14"/>
              </a:spcBef>
              <a:buNone/>
              <a:defRPr b="0" lang="en-US" sz="900" spc="-26" strike="noStrike">
                <a:solidFill>
                  <a:srgbClr val="667085"/>
                </a:solidFill>
                <a:latin typeface="Arial MT"/>
              </a:defRPr>
            </a:lvl1pPr>
          </a:lstStyle>
          <a:p>
            <a:pPr marL="38160" indent="0">
              <a:lnSpc>
                <a:spcPct val="100000"/>
              </a:lnSpc>
              <a:spcBef>
                <a:spcPts val="14"/>
              </a:spcBef>
              <a:buNone/>
            </a:pPr>
            <a:r>
              <a:rPr b="0" lang="en-US" sz="900" spc="-26" strike="noStrike">
                <a:solidFill>
                  <a:srgbClr val="667085"/>
                </a:solidFill>
                <a:latin typeface="Arial MT"/>
              </a:rPr>
              <a:t>11</a:t>
            </a:r>
            <a:endParaRPr b="0" lang="en-US" sz="900" spc="-1" strike="noStrike">
              <a:solidFill>
                <a:srgbClr val="000000"/>
              </a:solidFill>
              <a:latin typeface="Times New Roman"/>
            </a:endParaRPr>
          </a:p>
        </p:txBody>
      </p:sp>
      <p:sp>
        <p:nvSpPr>
          <p:cNvPr id="113" name="object 7"/>
          <p:cNvSpPr/>
          <p:nvPr/>
        </p:nvSpPr>
        <p:spPr>
          <a:xfrm>
            <a:off x="1189800" y="2315160"/>
            <a:ext cx="1827720" cy="25596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1" lang="en-US" sz="1600" spc="-21" strike="noStrike">
                <a:solidFill>
                  <a:srgbClr val="202124"/>
                </a:solidFill>
                <a:latin typeface="Arial"/>
              </a:rPr>
              <a:t>Table</a:t>
            </a:r>
            <a:r>
              <a:rPr b="1" lang="en-US" sz="1600" spc="-41" strike="noStrike">
                <a:solidFill>
                  <a:srgbClr val="202124"/>
                </a:solidFill>
                <a:latin typeface="Arial"/>
              </a:rPr>
              <a:t> </a:t>
            </a:r>
            <a:r>
              <a:rPr b="1" lang="en-US" sz="1600" spc="-1" strike="noStrike">
                <a:solidFill>
                  <a:srgbClr val="202124"/>
                </a:solidFill>
                <a:latin typeface="Arial"/>
              </a:rPr>
              <a:t>:</a:t>
            </a:r>
            <a:r>
              <a:rPr b="1" lang="en-US" sz="1600" spc="-35" strike="noStrike">
                <a:solidFill>
                  <a:srgbClr val="202124"/>
                </a:solidFill>
                <a:latin typeface="Arial"/>
              </a:rPr>
              <a:t> </a:t>
            </a:r>
            <a:r>
              <a:rPr b="1" lang="en-US" sz="1600" spc="-12" strike="noStrike">
                <a:solidFill>
                  <a:srgbClr val="202124"/>
                </a:solidFill>
                <a:latin typeface="Arial"/>
              </a:rPr>
              <a:t>UserMaster</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14" name="object 2"/>
          <p:cNvSpPr/>
          <p:nvPr/>
        </p:nvSpPr>
        <p:spPr>
          <a:xfrm>
            <a:off x="667440" y="331200"/>
            <a:ext cx="1131120" cy="86616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1" lang="en-US" sz="2800" spc="-12" strike="noStrike">
                <a:solidFill>
                  <a:srgbClr val="17365d"/>
                </a:solidFill>
                <a:latin typeface="Arial"/>
              </a:rPr>
              <a:t>Future Scope</a:t>
            </a:r>
            <a:endParaRPr b="0" lang="en-US" sz="2800" spc="-1" strike="noStrike">
              <a:solidFill>
                <a:srgbClr val="000000"/>
              </a:solidFill>
              <a:latin typeface="Arial"/>
            </a:endParaRPr>
          </a:p>
        </p:txBody>
      </p:sp>
      <p:sp>
        <p:nvSpPr>
          <p:cNvPr id="115" name="object 3"/>
          <p:cNvSpPr/>
          <p:nvPr/>
        </p:nvSpPr>
        <p:spPr>
          <a:xfrm>
            <a:off x="896040" y="1500120"/>
            <a:ext cx="10670760" cy="317160"/>
          </a:xfrm>
          <a:prstGeom prst="rect">
            <a:avLst/>
          </a:prstGeom>
          <a:noFill/>
          <a:ln w="0">
            <a:noFill/>
          </a:ln>
        </p:spPr>
        <p:style>
          <a:lnRef idx="0"/>
          <a:fillRef idx="0"/>
          <a:effectRef idx="0"/>
          <a:fontRef idx="minor"/>
        </p:style>
        <p:txBody>
          <a:bodyPr lIns="0" rIns="0" tIns="12600" bIns="0" anchor="t">
            <a:spAutoFit/>
          </a:bodyPr>
          <a:p>
            <a:pPr marL="285840" indent="-285840">
              <a:lnSpc>
                <a:spcPct val="100000"/>
              </a:lnSpc>
              <a:buClr>
                <a:srgbClr val="202124"/>
              </a:buClr>
              <a:buFont typeface="Arial"/>
              <a:buChar char="•"/>
            </a:pPr>
            <a:r>
              <a:rPr b="0" lang="en-US" sz="2000" spc="-1" strike="noStrike">
                <a:solidFill>
                  <a:srgbClr val="202124"/>
                </a:solidFill>
                <a:latin typeface="Arial MT"/>
              </a:rPr>
              <a:t>Payment gateway add karvu, security improvement etc feature.</a:t>
            </a:r>
            <a:endParaRPr b="0" lang="en-US" sz="2000" spc="-1" strike="noStrike">
              <a:solidFill>
                <a:srgbClr val="000000"/>
              </a:solidFill>
              <a:latin typeface="Arial"/>
            </a:endParaRPr>
          </a:p>
        </p:txBody>
      </p:sp>
      <p:sp>
        <p:nvSpPr>
          <p:cNvPr id="116" name="object 4"/>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ndParaRPr>
          </a:p>
        </p:txBody>
      </p:sp>
      <p:sp>
        <p:nvSpPr>
          <p:cNvPr id="117" name="PlaceHolder 1"/>
          <p:cNvSpPr>
            <a:spLocks noGrp="1"/>
          </p:cNvSpPr>
          <p:nvPr>
            <p:ph type="sldNum" idx="23"/>
          </p:nvPr>
        </p:nvSpPr>
        <p:spPr>
          <a:xfrm>
            <a:off x="11361960" y="6542280"/>
            <a:ext cx="216360" cy="3979440"/>
          </a:xfrm>
          <a:prstGeom prst="rect">
            <a:avLst/>
          </a:prstGeom>
          <a:noFill/>
          <a:ln w="0">
            <a:noFill/>
          </a:ln>
        </p:spPr>
        <p:txBody>
          <a:bodyPr lIns="0" rIns="0" tIns="1800" bIns="0" anchor="t">
            <a:noAutofit/>
          </a:bodyPr>
          <a:lstStyle>
            <a:lvl1pPr marL="38160" indent="0">
              <a:lnSpc>
                <a:spcPct val="100000"/>
              </a:lnSpc>
              <a:spcBef>
                <a:spcPts val="14"/>
              </a:spcBef>
              <a:buNone/>
              <a:defRPr b="0" lang="en-US" sz="900" spc="-26" strike="noStrike">
                <a:solidFill>
                  <a:srgbClr val="667085"/>
                </a:solidFill>
                <a:latin typeface="Arial MT"/>
              </a:defRPr>
            </a:lvl1pPr>
          </a:lstStyle>
          <a:p>
            <a:pPr marL="38160" indent="0">
              <a:lnSpc>
                <a:spcPct val="100000"/>
              </a:lnSpc>
              <a:spcBef>
                <a:spcPts val="14"/>
              </a:spcBef>
              <a:buNone/>
            </a:pPr>
            <a:r>
              <a:rPr b="0" lang="en-US" sz="900" spc="-26" strike="noStrike">
                <a:solidFill>
                  <a:srgbClr val="667085"/>
                </a:solidFill>
                <a:latin typeface="Arial MT"/>
              </a:rPr>
              <a:t>16</a:t>
            </a:r>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667440" y="331200"/>
            <a:ext cx="4587480" cy="1157760"/>
          </a:xfrm>
          <a:prstGeom prst="rect">
            <a:avLst/>
          </a:prstGeom>
          <a:noFill/>
          <a:ln w="0">
            <a:noFill/>
          </a:ln>
        </p:spPr>
        <p:txBody>
          <a:bodyPr lIns="0" rIns="0" tIns="12600" bIns="0" anchor="t">
            <a:noAutofit/>
          </a:bodyPr>
          <a:p>
            <a:pPr marL="12600" indent="0">
              <a:lnSpc>
                <a:spcPct val="100000"/>
              </a:lnSpc>
              <a:spcBef>
                <a:spcPts val="99"/>
              </a:spcBef>
              <a:buNone/>
            </a:pPr>
            <a:r>
              <a:rPr b="1" lang="en-US" sz="2800" spc="-12" strike="noStrike">
                <a:solidFill>
                  <a:srgbClr val="17365d"/>
                </a:solidFill>
                <a:latin typeface="Arial"/>
              </a:rPr>
              <a:t>Conclusion</a:t>
            </a:r>
            <a:endParaRPr b="0" lang="en-US" sz="2800" spc="-1" strike="noStrike">
              <a:solidFill>
                <a:srgbClr val="000000"/>
              </a:solidFill>
              <a:latin typeface="Calibri"/>
            </a:endParaRPr>
          </a:p>
        </p:txBody>
      </p:sp>
      <p:sp>
        <p:nvSpPr>
          <p:cNvPr id="119" name="object 3"/>
          <p:cNvSpPr/>
          <p:nvPr/>
        </p:nvSpPr>
        <p:spPr>
          <a:xfrm>
            <a:off x="896040" y="1306080"/>
            <a:ext cx="10670760" cy="2536200"/>
          </a:xfrm>
          <a:prstGeom prst="rect">
            <a:avLst/>
          </a:prstGeom>
          <a:noFill/>
          <a:ln w="0">
            <a:noFill/>
          </a:ln>
        </p:spPr>
        <p:style>
          <a:lnRef idx="0"/>
          <a:fillRef idx="0"/>
          <a:effectRef idx="0"/>
          <a:fontRef idx="minor"/>
        </p:style>
        <p:txBody>
          <a:bodyPr lIns="0" rIns="0" tIns="12600" bIns="0" anchor="t">
            <a:spAutoFit/>
          </a:bodyPr>
          <a:p>
            <a:pPr marL="12600">
              <a:lnSpc>
                <a:spcPct val="100000"/>
              </a:lnSpc>
            </a:pPr>
            <a:r>
              <a:rPr b="0" lang="en-US" sz="2200" spc="-1" strike="noStrike">
                <a:solidFill>
                  <a:srgbClr val="202124"/>
                </a:solidFill>
                <a:latin typeface="Arial MT"/>
              </a:rPr>
              <a:t>HelpingHands successfully demonstrates a verified, transparent platform for volunteer and CSR coordination, bringing Volunteers, NGOs, and Corporate Organizations together under a common system built on GPS-verified attendance, automated credit and certificate tracking, and accountable CSR reporting.</a:t>
            </a:r>
            <a:endParaRPr b="0" lang="en-US" sz="2200" spc="-1" strike="noStrike">
              <a:solidFill>
                <a:srgbClr val="000000"/>
              </a:solidFill>
              <a:latin typeface="Arial"/>
            </a:endParaRPr>
          </a:p>
          <a:p>
            <a:pPr marL="12600">
              <a:lnSpc>
                <a:spcPct val="100000"/>
              </a:lnSpc>
              <a:spcBef>
                <a:spcPts val="1400"/>
              </a:spcBef>
            </a:pPr>
            <a:r>
              <a:rPr b="0" lang="en-US" sz="2200" spc="-1" strike="noStrike">
                <a:solidFill>
                  <a:srgbClr val="202124"/>
                </a:solidFill>
                <a:latin typeface="Arial MT"/>
              </a:rPr>
              <a:t>The layered architecture leaves room for the enhancements identified above without requiring a redesign of the existing schema or codebase.</a:t>
            </a:r>
            <a:endParaRPr b="0" lang="en-US" sz="2200" spc="-1" strike="noStrike">
              <a:solidFill>
                <a:srgbClr val="000000"/>
              </a:solidFill>
              <a:latin typeface="Arial"/>
            </a:endParaRPr>
          </a:p>
        </p:txBody>
      </p:sp>
      <p:sp>
        <p:nvSpPr>
          <p:cNvPr id="120" name="object 4"/>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ndParaRPr>
          </a:p>
        </p:txBody>
      </p:sp>
      <p:sp>
        <p:nvSpPr>
          <p:cNvPr id="121" name="PlaceHolder 2"/>
          <p:cNvSpPr>
            <a:spLocks noGrp="1"/>
          </p:cNvSpPr>
          <p:nvPr>
            <p:ph type="sldNum" idx="24"/>
          </p:nvPr>
        </p:nvSpPr>
        <p:spPr>
          <a:xfrm>
            <a:off x="11361960" y="6542280"/>
            <a:ext cx="216360" cy="3979440"/>
          </a:xfrm>
          <a:prstGeom prst="rect">
            <a:avLst/>
          </a:prstGeom>
          <a:noFill/>
          <a:ln w="0">
            <a:noFill/>
          </a:ln>
        </p:spPr>
        <p:txBody>
          <a:bodyPr lIns="0" rIns="0" tIns="1800" bIns="0" anchor="t">
            <a:noAutofit/>
          </a:bodyPr>
          <a:lstStyle>
            <a:lvl1pPr marL="38160" indent="0">
              <a:lnSpc>
                <a:spcPct val="100000"/>
              </a:lnSpc>
              <a:spcBef>
                <a:spcPts val="14"/>
              </a:spcBef>
              <a:buNone/>
              <a:defRPr b="0" lang="en-US" sz="900" spc="-26" strike="noStrike">
                <a:solidFill>
                  <a:srgbClr val="667085"/>
                </a:solidFill>
                <a:latin typeface="Arial MT"/>
              </a:defRPr>
            </a:lvl1pPr>
          </a:lstStyle>
          <a:p>
            <a:pPr marL="38160" indent="0">
              <a:lnSpc>
                <a:spcPct val="100000"/>
              </a:lnSpc>
              <a:spcBef>
                <a:spcPts val="14"/>
              </a:spcBef>
              <a:buNone/>
            </a:pPr>
            <a:r>
              <a:rPr b="0" lang="en-US" sz="900" spc="-26" strike="noStrike">
                <a:solidFill>
                  <a:srgbClr val="667085"/>
                </a:solidFill>
                <a:latin typeface="Arial MT"/>
              </a:rPr>
              <a:t>17</a:t>
            </a:r>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667440" y="331200"/>
            <a:ext cx="4587480" cy="1157760"/>
          </a:xfrm>
          <a:prstGeom prst="rect">
            <a:avLst/>
          </a:prstGeom>
          <a:noFill/>
          <a:ln w="0">
            <a:noFill/>
          </a:ln>
        </p:spPr>
        <p:txBody>
          <a:bodyPr lIns="0" rIns="0" tIns="12600" bIns="0" anchor="t">
            <a:noAutofit/>
          </a:bodyPr>
          <a:p>
            <a:pPr marL="12600" indent="0">
              <a:lnSpc>
                <a:spcPct val="100000"/>
              </a:lnSpc>
              <a:spcBef>
                <a:spcPts val="99"/>
              </a:spcBef>
              <a:buNone/>
            </a:pPr>
            <a:r>
              <a:rPr b="1" lang="en-US" sz="2800" spc="-12" strike="noStrike">
                <a:solidFill>
                  <a:srgbClr val="17365d"/>
                </a:solidFill>
                <a:latin typeface="Arial"/>
              </a:rPr>
              <a:t>Bibliography</a:t>
            </a:r>
            <a:endParaRPr b="0" lang="en-US" sz="2800" spc="-1" strike="noStrike">
              <a:solidFill>
                <a:srgbClr val="000000"/>
              </a:solidFill>
              <a:latin typeface="Calibri"/>
            </a:endParaRPr>
          </a:p>
        </p:txBody>
      </p:sp>
      <p:sp>
        <p:nvSpPr>
          <p:cNvPr id="123" name="object 3"/>
          <p:cNvSpPr/>
          <p:nvPr/>
        </p:nvSpPr>
        <p:spPr>
          <a:xfrm>
            <a:off x="896040" y="1306080"/>
            <a:ext cx="10670760" cy="3361680"/>
          </a:xfrm>
          <a:prstGeom prst="rect">
            <a:avLst/>
          </a:prstGeom>
          <a:noFill/>
          <a:ln w="0">
            <a:noFill/>
          </a:ln>
        </p:spPr>
        <p:style>
          <a:lnRef idx="0"/>
          <a:fillRef idx="0"/>
          <a:effectRef idx="0"/>
          <a:fontRef idx="minor"/>
        </p:style>
        <p:txBody>
          <a:bodyPr lIns="0" rIns="0" tIns="12600" bIns="0" anchor="t">
            <a:spAutoFit/>
          </a:bodyPr>
          <a:p>
            <a:pPr marL="285840" indent="-285840">
              <a:lnSpc>
                <a:spcPct val="100000"/>
              </a:lnSpc>
              <a:buClr>
                <a:srgbClr val="202124"/>
              </a:buClr>
              <a:buFont typeface="Arial"/>
              <a:buChar char="•"/>
            </a:pPr>
            <a:r>
              <a:rPr b="0" lang="en-US" sz="1700" spc="-1" strike="noStrike">
                <a:solidFill>
                  <a:srgbClr val="202124"/>
                </a:solidFill>
                <a:latin typeface="Arial MT"/>
              </a:rPr>
              <a:t>FastAPI documentation — https://fastapi.tiangolo.com/</a:t>
            </a:r>
            <a:endParaRPr b="0" lang="en-US" sz="1700" spc="-1" strike="noStrike">
              <a:solidFill>
                <a:srgbClr val="000000"/>
              </a:solidFill>
              <a:latin typeface="Arial"/>
            </a:endParaRPr>
          </a:p>
          <a:p>
            <a:pPr marL="285840" indent="-285840">
              <a:lnSpc>
                <a:spcPct val="100000"/>
              </a:lnSpc>
              <a:spcBef>
                <a:spcPts val="1001"/>
              </a:spcBef>
              <a:buClr>
                <a:srgbClr val="202124"/>
              </a:buClr>
              <a:buFont typeface="Arial"/>
              <a:buChar char="•"/>
            </a:pPr>
            <a:r>
              <a:rPr b="0" lang="en-US" sz="1700" spc="-1" strike="noStrike">
                <a:solidFill>
                  <a:srgbClr val="202124"/>
                </a:solidFill>
                <a:latin typeface="Arial MT"/>
              </a:rPr>
              <a:t>React documentation — https://react.dev/</a:t>
            </a:r>
            <a:endParaRPr b="0" lang="en-US" sz="1700" spc="-1" strike="noStrike">
              <a:solidFill>
                <a:srgbClr val="000000"/>
              </a:solidFill>
              <a:latin typeface="Arial"/>
            </a:endParaRPr>
          </a:p>
          <a:p>
            <a:pPr marL="285840" indent="-285840">
              <a:lnSpc>
                <a:spcPct val="100000"/>
              </a:lnSpc>
              <a:spcBef>
                <a:spcPts val="1001"/>
              </a:spcBef>
              <a:buClr>
                <a:srgbClr val="202124"/>
              </a:buClr>
              <a:buFont typeface="Arial"/>
              <a:buChar char="•"/>
            </a:pPr>
            <a:r>
              <a:rPr b="0" lang="en-US" sz="1700" spc="-1" strike="noStrike">
                <a:solidFill>
                  <a:srgbClr val="202124"/>
                </a:solidFill>
                <a:latin typeface="Arial MT"/>
              </a:rPr>
              <a:t>PostgreSQL documentation — https://www.postgresql.org/docs/</a:t>
            </a:r>
            <a:endParaRPr b="0" lang="en-US" sz="1700" spc="-1" strike="noStrike">
              <a:solidFill>
                <a:srgbClr val="000000"/>
              </a:solidFill>
              <a:latin typeface="Arial"/>
            </a:endParaRPr>
          </a:p>
          <a:p>
            <a:pPr marL="285840" indent="-285840">
              <a:lnSpc>
                <a:spcPct val="100000"/>
              </a:lnSpc>
              <a:spcBef>
                <a:spcPts val="1001"/>
              </a:spcBef>
              <a:buClr>
                <a:srgbClr val="202124"/>
              </a:buClr>
              <a:buFont typeface="Arial"/>
              <a:buChar char="•"/>
            </a:pPr>
            <a:r>
              <a:rPr b="0" lang="en-US" sz="1700" spc="-1" strike="noStrike">
                <a:solidFill>
                  <a:srgbClr val="202124"/>
                </a:solidFill>
                <a:latin typeface="Arial MT"/>
              </a:rPr>
              <a:t>Supabase documentation (Auth, Database) — https://supabase.com/docs</a:t>
            </a:r>
            <a:endParaRPr b="0" lang="en-US" sz="1700" spc="-1" strike="noStrike">
              <a:solidFill>
                <a:srgbClr val="000000"/>
              </a:solidFill>
              <a:latin typeface="Arial"/>
            </a:endParaRPr>
          </a:p>
          <a:p>
            <a:pPr marL="285840" indent="-285840">
              <a:lnSpc>
                <a:spcPct val="100000"/>
              </a:lnSpc>
              <a:spcBef>
                <a:spcPts val="1001"/>
              </a:spcBef>
              <a:buClr>
                <a:srgbClr val="202124"/>
              </a:buClr>
              <a:buFont typeface="Arial"/>
              <a:buChar char="•"/>
            </a:pPr>
            <a:r>
              <a:rPr b="0" lang="en-US" sz="1700" spc="-1" strike="noStrike">
                <a:solidFill>
                  <a:srgbClr val="202124"/>
                </a:solidFill>
                <a:latin typeface="Arial MT"/>
              </a:rPr>
              <a:t>SQLAlchemy Asynchronous ORM documentation — https://docs.sqlalchemy.org/</a:t>
            </a:r>
            <a:endParaRPr b="0" lang="en-US" sz="1700" spc="-1" strike="noStrike">
              <a:solidFill>
                <a:srgbClr val="000000"/>
              </a:solidFill>
              <a:latin typeface="Arial"/>
            </a:endParaRPr>
          </a:p>
          <a:p>
            <a:pPr marL="285840" indent="-285840">
              <a:lnSpc>
                <a:spcPct val="100000"/>
              </a:lnSpc>
              <a:spcBef>
                <a:spcPts val="1001"/>
              </a:spcBef>
              <a:buClr>
                <a:srgbClr val="202124"/>
              </a:buClr>
              <a:buFont typeface="Arial"/>
              <a:buChar char="•"/>
            </a:pPr>
            <a:r>
              <a:rPr b="0" lang="en-US" sz="1700" spc="-1" strike="noStrike">
                <a:solidFill>
                  <a:srgbClr val="202124"/>
                </a:solidFill>
                <a:latin typeface="Arial MT"/>
              </a:rPr>
              <a:t>Razorpay API documentation (Orders, Webhooks) — https://razorpay.com/docs/</a:t>
            </a:r>
            <a:endParaRPr b="0" lang="en-US" sz="1700" spc="-1" strike="noStrike">
              <a:solidFill>
                <a:srgbClr val="000000"/>
              </a:solidFill>
              <a:latin typeface="Arial"/>
            </a:endParaRPr>
          </a:p>
          <a:p>
            <a:pPr marL="285840" indent="-285840">
              <a:lnSpc>
                <a:spcPct val="100000"/>
              </a:lnSpc>
              <a:spcBef>
                <a:spcPts val="1001"/>
              </a:spcBef>
              <a:buClr>
                <a:srgbClr val="202124"/>
              </a:buClr>
              <a:buFont typeface="Arial"/>
              <a:buChar char="•"/>
            </a:pPr>
            <a:r>
              <a:rPr b="0" lang="en-US" sz="1700" spc="-1" strike="noStrike">
                <a:solidFill>
                  <a:srgbClr val="202124"/>
                </a:solidFill>
                <a:latin typeface="Arial MT"/>
              </a:rPr>
              <a:t>PyJWT documentation — https://pyjwt.readthedocs.io/</a:t>
            </a:r>
            <a:endParaRPr b="0" lang="en-US" sz="1700" spc="-1" strike="noStrike">
              <a:solidFill>
                <a:srgbClr val="000000"/>
              </a:solidFill>
              <a:latin typeface="Arial"/>
            </a:endParaRPr>
          </a:p>
          <a:p>
            <a:pPr marL="285840" indent="-285840">
              <a:lnSpc>
                <a:spcPct val="100000"/>
              </a:lnSpc>
              <a:spcBef>
                <a:spcPts val="1001"/>
              </a:spcBef>
              <a:buClr>
                <a:srgbClr val="202124"/>
              </a:buClr>
              <a:buFont typeface="Arial"/>
              <a:buChar char="•"/>
            </a:pPr>
            <a:r>
              <a:rPr b="0" lang="en-US" sz="1700" spc="-1" strike="noStrike">
                <a:solidFill>
                  <a:srgbClr val="202124"/>
                </a:solidFill>
                <a:latin typeface="Arial MT"/>
              </a:rPr>
              <a:t>Uvicorn documentation — https://www.uvicorn.org/</a:t>
            </a:r>
            <a:endParaRPr b="0" lang="en-US" sz="1700" spc="-1" strike="noStrike">
              <a:solidFill>
                <a:srgbClr val="000000"/>
              </a:solidFill>
              <a:latin typeface="Arial"/>
            </a:endParaRPr>
          </a:p>
          <a:p>
            <a:pPr marL="285840" indent="-285840">
              <a:lnSpc>
                <a:spcPct val="100000"/>
              </a:lnSpc>
              <a:spcBef>
                <a:spcPts val="1001"/>
              </a:spcBef>
              <a:buClr>
                <a:srgbClr val="202124"/>
              </a:buClr>
              <a:buFont typeface="Arial"/>
              <a:buChar char="•"/>
            </a:pPr>
            <a:r>
              <a:rPr b="0" lang="en-US" sz="1700" spc="-1" strike="noStrike">
                <a:solidFill>
                  <a:srgbClr val="202124"/>
                </a:solidFill>
                <a:latin typeface="Arial MT"/>
              </a:rPr>
              <a:t>Tailwind CSS documentation — https://tailwindcss.com/docs</a:t>
            </a:r>
            <a:endParaRPr b="0" lang="en-US" sz="1700" spc="-1" strike="noStrike">
              <a:solidFill>
                <a:srgbClr val="000000"/>
              </a:solidFill>
              <a:latin typeface="Arial"/>
            </a:endParaRPr>
          </a:p>
        </p:txBody>
      </p:sp>
      <p:sp>
        <p:nvSpPr>
          <p:cNvPr id="124" name="object 4"/>
          <p:cNvSpPr/>
          <p:nvPr/>
        </p:nvSpPr>
        <p:spPr>
          <a:xfrm>
            <a:off x="594360" y="6473880"/>
            <a:ext cx="10972440" cy="18000"/>
          </a:xfrm>
          <a:custGeom>
            <a:avLst/>
            <a:gdLst>
              <a:gd name="textAreaLeft" fmla="*/ 0 w 10972440"/>
              <a:gd name="textAreaRight" fmla="*/ 10972800 w 10972440"/>
              <a:gd name="textAreaTop" fmla="*/ 0 h 18000"/>
              <a:gd name="textAreaBottom" fmla="*/ 18360 h 18000"/>
            </a:gdLst>
            <a:ahLst/>
            <a:rect l="textAreaLeft" t="textAreaTop" r="textAreaRight" b="textAreaBottom"/>
            <a:pathLst>
              <a:path w="10972800" h="18414">
                <a:moveTo>
                  <a:pt x="10972799" y="18287"/>
                </a:moveTo>
                <a:lnTo>
                  <a:pt x="0" y="18287"/>
                </a:lnTo>
                <a:lnTo>
                  <a:pt x="0" y="0"/>
                </a:lnTo>
                <a:lnTo>
                  <a:pt x="10972799" y="0"/>
                </a:lnTo>
                <a:lnTo>
                  <a:pt x="10972799" y="18287"/>
                </a:lnTo>
                <a:close/>
              </a:path>
            </a:pathLst>
          </a:custGeom>
          <a:solidFill>
            <a:srgbClr val="d9e1f3"/>
          </a:solidFill>
          <a:ln w="0">
            <a:noFill/>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ndParaRPr>
          </a:p>
        </p:txBody>
      </p:sp>
      <p:sp>
        <p:nvSpPr>
          <p:cNvPr id="125" name="PlaceHolder 2"/>
          <p:cNvSpPr>
            <a:spLocks noGrp="1"/>
          </p:cNvSpPr>
          <p:nvPr>
            <p:ph type="sldNum" idx="25"/>
          </p:nvPr>
        </p:nvSpPr>
        <p:spPr>
          <a:xfrm>
            <a:off x="11361960" y="6542280"/>
            <a:ext cx="216360" cy="3979440"/>
          </a:xfrm>
          <a:prstGeom prst="rect">
            <a:avLst/>
          </a:prstGeom>
          <a:noFill/>
          <a:ln w="0">
            <a:noFill/>
          </a:ln>
        </p:spPr>
        <p:txBody>
          <a:bodyPr lIns="0" rIns="0" tIns="1800" bIns="0" anchor="t">
            <a:noAutofit/>
          </a:bodyPr>
          <a:lstStyle>
            <a:lvl1pPr marL="38160" indent="0">
              <a:lnSpc>
                <a:spcPct val="100000"/>
              </a:lnSpc>
              <a:spcBef>
                <a:spcPts val="14"/>
              </a:spcBef>
              <a:buNone/>
              <a:defRPr b="0" lang="en-US" sz="900" spc="-26" strike="noStrike">
                <a:solidFill>
                  <a:srgbClr val="667085"/>
                </a:solidFill>
                <a:latin typeface="Arial MT"/>
              </a:defRPr>
            </a:lvl1pPr>
          </a:lstStyle>
          <a:p>
            <a:pPr marL="38160" indent="0">
              <a:lnSpc>
                <a:spcPct val="100000"/>
              </a:lnSpc>
              <a:spcBef>
                <a:spcPts val="14"/>
              </a:spcBef>
              <a:buNone/>
            </a:pPr>
            <a:r>
              <a:rPr b="0" lang="en-US" sz="900" spc="-26" strike="noStrike">
                <a:solidFill>
                  <a:srgbClr val="667085"/>
                </a:solidFill>
                <a:latin typeface="Arial MT"/>
              </a:rPr>
              <a:t>18</a:t>
            </a:r>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63</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2026-09-18T16:24:32Z</dcterms:created>
  <dc:creator/>
  <dc:description/>
  <dc:language>en-US</dc:language>
  <cp:lastModifiedBy/>
  <dcterms:modified xsi:type="dcterms:W3CDTF">2026-09-19T00:28:40Z</dcterms:modified>
  <cp:revision>3</cp:revision>
  <dc:subject/>
  <dc:title>SRS_Project_Presentation.pptx</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2026-09-18T00:00:00Z</vt:filetime>
  </property>
  <property fmtid="{D5CDD505-2E9C-101B-9397-08002B2CF9AE}" pid="4" name="Creator">
    <vt:lpwstr>Google</vt:lpwstr>
  </property>
  <property fmtid="{D5CDD505-2E9C-101B-9397-08002B2CF9AE}" pid="5" name="LastSaved">
    <vt:filetime>2026-09-18T00:00:00Z</vt:filetime>
  </property>
  <property fmtid="{D5CDD505-2E9C-101B-9397-08002B2CF9AE}" pid="6" name="PresentationFormat">
    <vt:lpwstr>On-screen Show (4:3)</vt:lpwstr>
  </property>
</Properties>
</file>